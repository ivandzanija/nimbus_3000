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7"/>
  </p:normalViewPr>
  <p:slideViewPr>
    <p:cSldViewPr snapToGrid="0">
      <p:cViewPr varScale="1">
        <p:scale>
          <a:sx n="62" d="100"/>
          <a:sy n="62" d="100"/>
        </p:scale>
        <p:origin x="224" y="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4F63D7-AD87-4033-88C3-07A2E268AF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7074176-1085-44AE-83B2-DAB7D961D5F2}">
      <dgm:prSet/>
      <dgm:spPr/>
      <dgm:t>
        <a:bodyPr/>
        <a:lstStyle/>
        <a:p>
          <a:r>
            <a:rPr lang="en-US"/>
            <a:t>Problem: Izloženost djece nesigurnom internetu i kompleksnim sučeljima mobitela</a:t>
          </a:r>
          <a:br>
            <a:rPr lang="en-US"/>
          </a:br>
          <a:endParaRPr lang="en-US"/>
        </a:p>
      </dgm:t>
    </dgm:pt>
    <dgm:pt modelId="{4C11E3B2-4801-4AB4-A92A-7FE8C549748B}" type="parTrans" cxnId="{A131BD53-0B1B-4B4A-B8E0-D38FC8C6E832}">
      <dgm:prSet/>
      <dgm:spPr/>
      <dgm:t>
        <a:bodyPr/>
        <a:lstStyle/>
        <a:p>
          <a:endParaRPr lang="en-US"/>
        </a:p>
      </dgm:t>
    </dgm:pt>
    <dgm:pt modelId="{FA3F62F3-D7C1-4AE1-ADD5-1D37ADD1D6F8}" type="sibTrans" cxnId="{A131BD53-0B1B-4B4A-B8E0-D38FC8C6E832}">
      <dgm:prSet/>
      <dgm:spPr/>
      <dgm:t>
        <a:bodyPr/>
        <a:lstStyle/>
        <a:p>
          <a:endParaRPr lang="en-US"/>
        </a:p>
      </dgm:t>
    </dgm:pt>
    <dgm:pt modelId="{43BFD716-B837-40E5-B940-A9496278B2C6}">
      <dgm:prSet/>
      <dgm:spPr/>
      <dgm:t>
        <a:bodyPr/>
        <a:lstStyle/>
        <a:p>
          <a:r>
            <a:rPr lang="en-US"/>
            <a:t>Vizija: Napredno mikroračunalo kao sigurna, edukativna i zabavna alternativa</a:t>
          </a:r>
          <a:br>
            <a:rPr lang="en-US"/>
          </a:br>
          <a:endParaRPr lang="en-US"/>
        </a:p>
      </dgm:t>
    </dgm:pt>
    <dgm:pt modelId="{B1667D49-A064-4314-A926-A1BAAC5DF79B}" type="parTrans" cxnId="{51A8B1AF-DAE5-4797-9B20-E6E087652622}">
      <dgm:prSet/>
      <dgm:spPr/>
      <dgm:t>
        <a:bodyPr/>
        <a:lstStyle/>
        <a:p>
          <a:endParaRPr lang="en-US"/>
        </a:p>
      </dgm:t>
    </dgm:pt>
    <dgm:pt modelId="{6CE6AEE7-354E-49F2-A89B-AC516705096F}" type="sibTrans" cxnId="{51A8B1AF-DAE5-4797-9B20-E6E087652622}">
      <dgm:prSet/>
      <dgm:spPr/>
      <dgm:t>
        <a:bodyPr/>
        <a:lstStyle/>
        <a:p>
          <a:endParaRPr lang="en-US"/>
        </a:p>
      </dgm:t>
    </dgm:pt>
    <dgm:pt modelId="{D935109E-41D9-42FF-9538-67031EAB9BC6}">
      <dgm:prSet/>
      <dgm:spPr/>
      <dgm:t>
        <a:bodyPr/>
        <a:lstStyle/>
        <a:p>
          <a:r>
            <a:rPr lang="en-US"/>
            <a:t>Cilj: Razvoj motorike, kognitivnih vještina i kreativnog izražavanja</a:t>
          </a:r>
        </a:p>
      </dgm:t>
    </dgm:pt>
    <dgm:pt modelId="{DE19D27F-512C-44A2-A7AF-AA8E980EC793}" type="parTrans" cxnId="{81208C9E-E414-48DE-B9DD-AF2A7B8C618C}">
      <dgm:prSet/>
      <dgm:spPr/>
      <dgm:t>
        <a:bodyPr/>
        <a:lstStyle/>
        <a:p>
          <a:endParaRPr lang="en-US"/>
        </a:p>
      </dgm:t>
    </dgm:pt>
    <dgm:pt modelId="{51E23DA9-6D49-4C9C-82CD-9BB387D47465}" type="sibTrans" cxnId="{81208C9E-E414-48DE-B9DD-AF2A7B8C618C}">
      <dgm:prSet/>
      <dgm:spPr/>
      <dgm:t>
        <a:bodyPr/>
        <a:lstStyle/>
        <a:p>
          <a:endParaRPr lang="en-US"/>
        </a:p>
      </dgm:t>
    </dgm:pt>
    <dgm:pt modelId="{F5F364C9-E6D7-ED4E-B212-FDD2091447C9}" type="pres">
      <dgm:prSet presAssocID="{584F63D7-AD87-4033-88C3-07A2E268AFFD}" presName="linear" presStyleCnt="0">
        <dgm:presLayoutVars>
          <dgm:animLvl val="lvl"/>
          <dgm:resizeHandles val="exact"/>
        </dgm:presLayoutVars>
      </dgm:prSet>
      <dgm:spPr/>
    </dgm:pt>
    <dgm:pt modelId="{AEEA5409-741D-F244-ADFD-BED712870ACC}" type="pres">
      <dgm:prSet presAssocID="{C7074176-1085-44AE-83B2-DAB7D961D5F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4E94CF-98BE-E548-A5E6-D4FAFB9A0AC1}" type="pres">
      <dgm:prSet presAssocID="{FA3F62F3-D7C1-4AE1-ADD5-1D37ADD1D6F8}" presName="spacer" presStyleCnt="0"/>
      <dgm:spPr/>
    </dgm:pt>
    <dgm:pt modelId="{027DB940-E0A4-1749-9227-EB93133B1041}" type="pres">
      <dgm:prSet presAssocID="{43BFD716-B837-40E5-B940-A9496278B2C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9F384DA-434F-9E4C-B8B9-6B5AFF914E2E}" type="pres">
      <dgm:prSet presAssocID="{6CE6AEE7-354E-49F2-A89B-AC516705096F}" presName="spacer" presStyleCnt="0"/>
      <dgm:spPr/>
    </dgm:pt>
    <dgm:pt modelId="{BE072B1B-9734-B949-A4C1-A976FE135E61}" type="pres">
      <dgm:prSet presAssocID="{D935109E-41D9-42FF-9538-67031EAB9B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543606-5FE9-6E40-A1A7-9D903DF94D02}" type="presOf" srcId="{43BFD716-B837-40E5-B940-A9496278B2C6}" destId="{027DB940-E0A4-1749-9227-EB93133B1041}" srcOrd="0" destOrd="0" presId="urn:microsoft.com/office/officeart/2005/8/layout/vList2"/>
    <dgm:cxn modelId="{A131BD53-0B1B-4B4A-B8E0-D38FC8C6E832}" srcId="{584F63D7-AD87-4033-88C3-07A2E268AFFD}" destId="{C7074176-1085-44AE-83B2-DAB7D961D5F2}" srcOrd="0" destOrd="0" parTransId="{4C11E3B2-4801-4AB4-A92A-7FE8C549748B}" sibTransId="{FA3F62F3-D7C1-4AE1-ADD5-1D37ADD1D6F8}"/>
    <dgm:cxn modelId="{D6762567-1FE4-5249-9306-7F92EE456670}" type="presOf" srcId="{C7074176-1085-44AE-83B2-DAB7D961D5F2}" destId="{AEEA5409-741D-F244-ADFD-BED712870ACC}" srcOrd="0" destOrd="0" presId="urn:microsoft.com/office/officeart/2005/8/layout/vList2"/>
    <dgm:cxn modelId="{E3D9A88E-C3F5-3F42-8D72-9DA1B404D369}" type="presOf" srcId="{D935109E-41D9-42FF-9538-67031EAB9BC6}" destId="{BE072B1B-9734-B949-A4C1-A976FE135E61}" srcOrd="0" destOrd="0" presId="urn:microsoft.com/office/officeart/2005/8/layout/vList2"/>
    <dgm:cxn modelId="{81208C9E-E414-48DE-B9DD-AF2A7B8C618C}" srcId="{584F63D7-AD87-4033-88C3-07A2E268AFFD}" destId="{D935109E-41D9-42FF-9538-67031EAB9BC6}" srcOrd="2" destOrd="0" parTransId="{DE19D27F-512C-44A2-A7AF-AA8E980EC793}" sibTransId="{51E23DA9-6D49-4C9C-82CD-9BB387D47465}"/>
    <dgm:cxn modelId="{51A8B1AF-DAE5-4797-9B20-E6E087652622}" srcId="{584F63D7-AD87-4033-88C3-07A2E268AFFD}" destId="{43BFD716-B837-40E5-B940-A9496278B2C6}" srcOrd="1" destOrd="0" parTransId="{B1667D49-A064-4314-A926-A1BAAC5DF79B}" sibTransId="{6CE6AEE7-354E-49F2-A89B-AC516705096F}"/>
    <dgm:cxn modelId="{4F8839CD-AD86-0341-A103-5120E2A0C56C}" type="presOf" srcId="{584F63D7-AD87-4033-88C3-07A2E268AFFD}" destId="{F5F364C9-E6D7-ED4E-B212-FDD2091447C9}" srcOrd="0" destOrd="0" presId="urn:microsoft.com/office/officeart/2005/8/layout/vList2"/>
    <dgm:cxn modelId="{45B0B8E6-C769-8F4F-82B2-725A2E34FA49}" type="presParOf" srcId="{F5F364C9-E6D7-ED4E-B212-FDD2091447C9}" destId="{AEEA5409-741D-F244-ADFD-BED712870ACC}" srcOrd="0" destOrd="0" presId="urn:microsoft.com/office/officeart/2005/8/layout/vList2"/>
    <dgm:cxn modelId="{E4273C00-15BF-104E-A2A1-74FDB137A15F}" type="presParOf" srcId="{F5F364C9-E6D7-ED4E-B212-FDD2091447C9}" destId="{834E94CF-98BE-E548-A5E6-D4FAFB9A0AC1}" srcOrd="1" destOrd="0" presId="urn:microsoft.com/office/officeart/2005/8/layout/vList2"/>
    <dgm:cxn modelId="{9B6537A3-DEDA-F446-A5E7-D5934B25B0CD}" type="presParOf" srcId="{F5F364C9-E6D7-ED4E-B212-FDD2091447C9}" destId="{027DB940-E0A4-1749-9227-EB93133B1041}" srcOrd="2" destOrd="0" presId="urn:microsoft.com/office/officeart/2005/8/layout/vList2"/>
    <dgm:cxn modelId="{C9ABD5C8-3AC7-BF4F-99CA-D3B46473BC2A}" type="presParOf" srcId="{F5F364C9-E6D7-ED4E-B212-FDD2091447C9}" destId="{E9F384DA-434F-9E4C-B8B9-6B5AFF914E2E}" srcOrd="3" destOrd="0" presId="urn:microsoft.com/office/officeart/2005/8/layout/vList2"/>
    <dgm:cxn modelId="{FC46240E-FD98-5449-955A-94726FC71D91}" type="presParOf" srcId="{F5F364C9-E6D7-ED4E-B212-FDD2091447C9}" destId="{BE072B1B-9734-B949-A4C1-A976FE135E6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7E85F2-5E66-449D-917E-EA7DEEE2DD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C77A7E-A8EF-4D55-8A6B-75FD2A57BB11}">
      <dgm:prSet/>
      <dgm:spPr/>
      <dgm:t>
        <a:bodyPr/>
        <a:lstStyle/>
        <a:p>
          <a:r>
            <a:rPr lang="hr-HR" dirty="0"/>
            <a:t>Srce sustava: ESP32-S3 Dual-Core procesor</a:t>
          </a:r>
          <a:br>
            <a:rPr lang="hr-HR" dirty="0"/>
          </a:br>
          <a:endParaRPr lang="hr-HR" dirty="0"/>
        </a:p>
      </dgm:t>
    </dgm:pt>
    <dgm:pt modelId="{2314E42C-7D1C-4C02-B1AE-4651D0C65555}" type="parTrans" cxnId="{7EC39BD8-EC90-45A1-B3FB-125701828735}">
      <dgm:prSet/>
      <dgm:spPr/>
      <dgm:t>
        <a:bodyPr/>
        <a:lstStyle/>
        <a:p>
          <a:endParaRPr lang="hr-HR" dirty="0"/>
        </a:p>
      </dgm:t>
    </dgm:pt>
    <dgm:pt modelId="{499C1C6D-528D-46BA-9726-A4F9B34B8A95}" type="sibTrans" cxnId="{7EC39BD8-EC90-45A1-B3FB-125701828735}">
      <dgm:prSet/>
      <dgm:spPr/>
      <dgm:t>
        <a:bodyPr/>
        <a:lstStyle/>
        <a:p>
          <a:endParaRPr lang="hr-HR" dirty="0"/>
        </a:p>
      </dgm:t>
    </dgm:pt>
    <dgm:pt modelId="{720AE66A-5CB7-4A13-B139-59FD704062D6}">
      <dgm:prSet/>
      <dgm:spPr/>
      <dgm:t>
        <a:bodyPr/>
        <a:lstStyle/>
        <a:p>
          <a:r>
            <a:rPr lang="hr-HR" dirty="0"/>
            <a:t>Audio: Zvučnik SPKM.28.8.A s MAX98357A pojačalom i potenciometrom za preciznu kontrolu</a:t>
          </a:r>
          <a:br>
            <a:rPr lang="hr-HR" dirty="0"/>
          </a:br>
          <a:endParaRPr lang="hr-HR" dirty="0"/>
        </a:p>
      </dgm:t>
    </dgm:pt>
    <dgm:pt modelId="{BCB37414-0ECE-4E30-AC6A-27B733B35097}" type="parTrans" cxnId="{034E08F8-07E9-4A22-BD60-5CAF13D15F66}">
      <dgm:prSet/>
      <dgm:spPr/>
      <dgm:t>
        <a:bodyPr/>
        <a:lstStyle/>
        <a:p>
          <a:endParaRPr lang="hr-HR" dirty="0"/>
        </a:p>
      </dgm:t>
    </dgm:pt>
    <dgm:pt modelId="{AE6CCB18-1983-4A28-8915-B5F453B4916B}" type="sibTrans" cxnId="{034E08F8-07E9-4A22-BD60-5CAF13D15F66}">
      <dgm:prSet/>
      <dgm:spPr/>
      <dgm:t>
        <a:bodyPr/>
        <a:lstStyle/>
        <a:p>
          <a:endParaRPr lang="hr-HR" dirty="0"/>
        </a:p>
      </dgm:t>
    </dgm:pt>
    <dgm:pt modelId="{AAF6C603-2DFE-4131-BD16-A375AD81AA7D}">
      <dgm:prSet/>
      <dgm:spPr/>
      <dgm:t>
        <a:bodyPr/>
        <a:lstStyle/>
        <a:p>
          <a:r>
            <a:rPr lang="hr-HR" dirty="0"/>
            <a:t>Senzorski niz: APDS-9960 (detekcija boje), Kamera ESP32-CAM</a:t>
          </a:r>
        </a:p>
      </dgm:t>
    </dgm:pt>
    <dgm:pt modelId="{FE3E4B80-2A6E-4297-A5D4-A7E9308B06DC}" type="parTrans" cxnId="{C97A81FF-429C-4B52-A2BB-5D7A30787523}">
      <dgm:prSet/>
      <dgm:spPr/>
      <dgm:t>
        <a:bodyPr/>
        <a:lstStyle/>
        <a:p>
          <a:endParaRPr lang="hr-HR" dirty="0"/>
        </a:p>
      </dgm:t>
    </dgm:pt>
    <dgm:pt modelId="{9145C4CA-421C-437B-9086-4DBB108120C5}" type="sibTrans" cxnId="{C97A81FF-429C-4B52-A2BB-5D7A30787523}">
      <dgm:prSet/>
      <dgm:spPr/>
      <dgm:t>
        <a:bodyPr/>
        <a:lstStyle/>
        <a:p>
          <a:endParaRPr lang="hr-HR" dirty="0"/>
        </a:p>
      </dgm:t>
    </dgm:pt>
    <dgm:pt modelId="{A67956EA-2481-F74C-8C3E-06ADA6E281AB}" type="pres">
      <dgm:prSet presAssocID="{AF7E85F2-5E66-449D-917E-EA7DEEE2DDB1}" presName="linear" presStyleCnt="0">
        <dgm:presLayoutVars>
          <dgm:animLvl val="lvl"/>
          <dgm:resizeHandles val="exact"/>
        </dgm:presLayoutVars>
      </dgm:prSet>
      <dgm:spPr/>
    </dgm:pt>
    <dgm:pt modelId="{9C03501E-1B07-0E4F-B7C1-8CDE3009965F}" type="pres">
      <dgm:prSet presAssocID="{64C77A7E-A8EF-4D55-8A6B-75FD2A57BB1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DDDBA57-BAED-994C-A34D-0324DC89DED2}" type="pres">
      <dgm:prSet presAssocID="{499C1C6D-528D-46BA-9726-A4F9B34B8A95}" presName="spacer" presStyleCnt="0"/>
      <dgm:spPr/>
    </dgm:pt>
    <dgm:pt modelId="{0B789C74-C5CF-F646-95CC-03D9CC5F460E}" type="pres">
      <dgm:prSet presAssocID="{720AE66A-5CB7-4A13-B139-59FD704062D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B29AF47-CC3F-E24E-B380-9949C9CACB43}" type="pres">
      <dgm:prSet presAssocID="{AE6CCB18-1983-4A28-8915-B5F453B4916B}" presName="spacer" presStyleCnt="0"/>
      <dgm:spPr/>
    </dgm:pt>
    <dgm:pt modelId="{A1AA70CB-2B0C-5741-9D0C-694233002958}" type="pres">
      <dgm:prSet presAssocID="{AAF6C603-2DFE-4131-BD16-A375AD81AA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EAD1153-9F36-F645-A2C1-DD417F5CEA9A}" type="presOf" srcId="{720AE66A-5CB7-4A13-B139-59FD704062D6}" destId="{0B789C74-C5CF-F646-95CC-03D9CC5F460E}" srcOrd="0" destOrd="0" presId="urn:microsoft.com/office/officeart/2005/8/layout/vList2"/>
    <dgm:cxn modelId="{C9F62785-885A-8F4E-882D-FE51C97E97AB}" type="presOf" srcId="{AAF6C603-2DFE-4131-BD16-A375AD81AA7D}" destId="{A1AA70CB-2B0C-5741-9D0C-694233002958}" srcOrd="0" destOrd="0" presId="urn:microsoft.com/office/officeart/2005/8/layout/vList2"/>
    <dgm:cxn modelId="{7EC39BD8-EC90-45A1-B3FB-125701828735}" srcId="{AF7E85F2-5E66-449D-917E-EA7DEEE2DDB1}" destId="{64C77A7E-A8EF-4D55-8A6B-75FD2A57BB11}" srcOrd="0" destOrd="0" parTransId="{2314E42C-7D1C-4C02-B1AE-4651D0C65555}" sibTransId="{499C1C6D-528D-46BA-9726-A4F9B34B8A95}"/>
    <dgm:cxn modelId="{02CBD9F2-B46A-D240-B11D-5A89E417628F}" type="presOf" srcId="{AF7E85F2-5E66-449D-917E-EA7DEEE2DDB1}" destId="{A67956EA-2481-F74C-8C3E-06ADA6E281AB}" srcOrd="0" destOrd="0" presId="urn:microsoft.com/office/officeart/2005/8/layout/vList2"/>
    <dgm:cxn modelId="{8DC919F3-1694-B14F-A68F-ACF07683D3B1}" type="presOf" srcId="{64C77A7E-A8EF-4D55-8A6B-75FD2A57BB11}" destId="{9C03501E-1B07-0E4F-B7C1-8CDE3009965F}" srcOrd="0" destOrd="0" presId="urn:microsoft.com/office/officeart/2005/8/layout/vList2"/>
    <dgm:cxn modelId="{034E08F8-07E9-4A22-BD60-5CAF13D15F66}" srcId="{AF7E85F2-5E66-449D-917E-EA7DEEE2DDB1}" destId="{720AE66A-5CB7-4A13-B139-59FD704062D6}" srcOrd="1" destOrd="0" parTransId="{BCB37414-0ECE-4E30-AC6A-27B733B35097}" sibTransId="{AE6CCB18-1983-4A28-8915-B5F453B4916B}"/>
    <dgm:cxn modelId="{C97A81FF-429C-4B52-A2BB-5D7A30787523}" srcId="{AF7E85F2-5E66-449D-917E-EA7DEEE2DDB1}" destId="{AAF6C603-2DFE-4131-BD16-A375AD81AA7D}" srcOrd="2" destOrd="0" parTransId="{FE3E4B80-2A6E-4297-A5D4-A7E9308B06DC}" sibTransId="{9145C4CA-421C-437B-9086-4DBB108120C5}"/>
    <dgm:cxn modelId="{BDCA2703-5882-3E4B-8005-CF0215278F98}" type="presParOf" srcId="{A67956EA-2481-F74C-8C3E-06ADA6E281AB}" destId="{9C03501E-1B07-0E4F-B7C1-8CDE3009965F}" srcOrd="0" destOrd="0" presId="urn:microsoft.com/office/officeart/2005/8/layout/vList2"/>
    <dgm:cxn modelId="{8DE7B44D-ECCB-6144-9559-F126C37EB8C6}" type="presParOf" srcId="{A67956EA-2481-F74C-8C3E-06ADA6E281AB}" destId="{5DDDBA57-BAED-994C-A34D-0324DC89DED2}" srcOrd="1" destOrd="0" presId="urn:microsoft.com/office/officeart/2005/8/layout/vList2"/>
    <dgm:cxn modelId="{E3508524-B6E6-D44B-B708-6028532EE1CD}" type="presParOf" srcId="{A67956EA-2481-F74C-8C3E-06ADA6E281AB}" destId="{0B789C74-C5CF-F646-95CC-03D9CC5F460E}" srcOrd="2" destOrd="0" presId="urn:microsoft.com/office/officeart/2005/8/layout/vList2"/>
    <dgm:cxn modelId="{88C7E77B-FBAD-4041-B49D-2A62C2FF9F8D}" type="presParOf" srcId="{A67956EA-2481-F74C-8C3E-06ADA6E281AB}" destId="{BB29AF47-CC3F-E24E-B380-9949C9CACB43}" srcOrd="3" destOrd="0" presId="urn:microsoft.com/office/officeart/2005/8/layout/vList2"/>
    <dgm:cxn modelId="{565C74C8-DEE0-3F43-B5E4-C51417CC3FD5}" type="presParOf" srcId="{A67956EA-2481-F74C-8C3E-06ADA6E281AB}" destId="{A1AA70CB-2B0C-5741-9D0C-6942330029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7E3F1D-F821-44FC-9BA9-F38667FC09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FC1756-F380-46E6-93C3-D7BE193F69DB}">
      <dgm:prSet/>
      <dgm:spPr/>
      <dgm:t>
        <a:bodyPr/>
        <a:lstStyle/>
        <a:p>
          <a:r>
            <a:rPr lang="hr-HR" dirty="0"/>
            <a:t>Povezivanje: Razmjena poruka putem MQTT protokola u realnom vremenu</a:t>
          </a:r>
          <a:br>
            <a:rPr lang="hr-HR" dirty="0"/>
          </a:br>
          <a:endParaRPr lang="hr-HR" dirty="0"/>
        </a:p>
      </dgm:t>
    </dgm:pt>
    <dgm:pt modelId="{D61F4463-98E6-462B-9278-2C6B1E403894}" type="parTrans" cxnId="{3822D553-0A4A-4CCE-8918-17981ADFFA94}">
      <dgm:prSet/>
      <dgm:spPr/>
      <dgm:t>
        <a:bodyPr/>
        <a:lstStyle/>
        <a:p>
          <a:endParaRPr lang="hr-HR" dirty="0"/>
        </a:p>
      </dgm:t>
    </dgm:pt>
    <dgm:pt modelId="{B0AA5514-0C10-49A9-B741-BFB450088951}" type="sibTrans" cxnId="{3822D553-0A4A-4CCE-8918-17981ADFFA94}">
      <dgm:prSet/>
      <dgm:spPr/>
      <dgm:t>
        <a:bodyPr/>
        <a:lstStyle/>
        <a:p>
          <a:endParaRPr lang="hr-HR" dirty="0"/>
        </a:p>
      </dgm:t>
    </dgm:pt>
    <dgm:pt modelId="{F85288ED-5EF6-4771-9D13-B485ACED551F}">
      <dgm:prSet/>
      <dgm:spPr/>
      <dgm:t>
        <a:bodyPr/>
        <a:lstStyle/>
        <a:p>
          <a:r>
            <a:rPr lang="hr-HR" dirty="0"/>
            <a:t>Prilagođenost: 4 piktogram-poruke za brzu komunikaciju bez potrebe za tipkanjem</a:t>
          </a:r>
        </a:p>
      </dgm:t>
    </dgm:pt>
    <dgm:pt modelId="{7506BE4C-93A6-4B99-9F7A-04FEFE221A6E}" type="parTrans" cxnId="{DCD6DABA-7175-4DCC-86A7-A7F6169C3A63}">
      <dgm:prSet/>
      <dgm:spPr/>
      <dgm:t>
        <a:bodyPr/>
        <a:lstStyle/>
        <a:p>
          <a:endParaRPr lang="hr-HR" dirty="0"/>
        </a:p>
      </dgm:t>
    </dgm:pt>
    <dgm:pt modelId="{254DD2AD-0E2A-47C6-9D46-B2E1445561F9}" type="sibTrans" cxnId="{DCD6DABA-7175-4DCC-86A7-A7F6169C3A63}">
      <dgm:prSet/>
      <dgm:spPr/>
      <dgm:t>
        <a:bodyPr/>
        <a:lstStyle/>
        <a:p>
          <a:endParaRPr lang="hr-HR" dirty="0"/>
        </a:p>
      </dgm:t>
    </dgm:pt>
    <dgm:pt modelId="{F574C366-F60E-4E62-AF78-CB8F51F5E247}">
      <dgm:prSet/>
      <dgm:spPr/>
      <dgm:t>
        <a:bodyPr/>
        <a:lstStyle/>
        <a:p>
          <a:r>
            <a:rPr lang="hr-HR" dirty="0"/>
            <a:t>Notifikacije: Povijest 10 poruka i zvučni signali pri primitku odgovora</a:t>
          </a:r>
        </a:p>
      </dgm:t>
    </dgm:pt>
    <dgm:pt modelId="{737FABDA-809E-4F5E-ACD7-CB56A05B4CD6}" type="parTrans" cxnId="{76EDEF9F-16AE-42D3-B1B5-D2734BB74ABC}">
      <dgm:prSet/>
      <dgm:spPr/>
      <dgm:t>
        <a:bodyPr/>
        <a:lstStyle/>
        <a:p>
          <a:endParaRPr lang="hr-HR" dirty="0"/>
        </a:p>
      </dgm:t>
    </dgm:pt>
    <dgm:pt modelId="{D9254167-6221-4069-98C5-9AF59752BBC2}" type="sibTrans" cxnId="{76EDEF9F-16AE-42D3-B1B5-D2734BB74ABC}">
      <dgm:prSet/>
      <dgm:spPr/>
      <dgm:t>
        <a:bodyPr/>
        <a:lstStyle/>
        <a:p>
          <a:endParaRPr lang="hr-HR" dirty="0"/>
        </a:p>
      </dgm:t>
    </dgm:pt>
    <dgm:pt modelId="{17105710-E6AF-9B46-B8F5-118C17E2C440}" type="pres">
      <dgm:prSet presAssocID="{F17E3F1D-F821-44FC-9BA9-F38667FC0996}" presName="linear" presStyleCnt="0">
        <dgm:presLayoutVars>
          <dgm:animLvl val="lvl"/>
          <dgm:resizeHandles val="exact"/>
        </dgm:presLayoutVars>
      </dgm:prSet>
      <dgm:spPr/>
    </dgm:pt>
    <dgm:pt modelId="{57443E98-FE4F-604A-9AD8-0F54C0573D65}" type="pres">
      <dgm:prSet presAssocID="{BBFC1756-F380-46E6-93C3-D7BE193F69D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00830BD-410B-E649-AE4F-C0E77F7490A2}" type="pres">
      <dgm:prSet presAssocID="{B0AA5514-0C10-49A9-B741-BFB450088951}" presName="spacer" presStyleCnt="0"/>
      <dgm:spPr/>
    </dgm:pt>
    <dgm:pt modelId="{E1BFB0B3-F350-A64F-8C95-2229D44871DB}" type="pres">
      <dgm:prSet presAssocID="{F85288ED-5EF6-4771-9D13-B485ACED551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CBB6AE-A111-9B4F-B10A-519D2D838126}" type="pres">
      <dgm:prSet presAssocID="{254DD2AD-0E2A-47C6-9D46-B2E1445561F9}" presName="spacer" presStyleCnt="0"/>
      <dgm:spPr/>
    </dgm:pt>
    <dgm:pt modelId="{48FE6186-7086-3248-B7A3-4863276C388C}" type="pres">
      <dgm:prSet presAssocID="{F574C366-F60E-4E62-AF78-CB8F51F5E2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FCC1C00-AA1A-7A42-8B35-933D023C4C6F}" type="presOf" srcId="{F85288ED-5EF6-4771-9D13-B485ACED551F}" destId="{E1BFB0B3-F350-A64F-8C95-2229D44871DB}" srcOrd="0" destOrd="0" presId="urn:microsoft.com/office/officeart/2005/8/layout/vList2"/>
    <dgm:cxn modelId="{3822D553-0A4A-4CCE-8918-17981ADFFA94}" srcId="{F17E3F1D-F821-44FC-9BA9-F38667FC0996}" destId="{BBFC1756-F380-46E6-93C3-D7BE193F69DB}" srcOrd="0" destOrd="0" parTransId="{D61F4463-98E6-462B-9278-2C6B1E403894}" sibTransId="{B0AA5514-0C10-49A9-B741-BFB450088951}"/>
    <dgm:cxn modelId="{AB7DF888-FA58-9C45-8140-B96D9DF42C8B}" type="presOf" srcId="{F17E3F1D-F821-44FC-9BA9-F38667FC0996}" destId="{17105710-E6AF-9B46-B8F5-118C17E2C440}" srcOrd="0" destOrd="0" presId="urn:microsoft.com/office/officeart/2005/8/layout/vList2"/>
    <dgm:cxn modelId="{76EDEF9F-16AE-42D3-B1B5-D2734BB74ABC}" srcId="{F17E3F1D-F821-44FC-9BA9-F38667FC0996}" destId="{F574C366-F60E-4E62-AF78-CB8F51F5E247}" srcOrd="2" destOrd="0" parTransId="{737FABDA-809E-4F5E-ACD7-CB56A05B4CD6}" sibTransId="{D9254167-6221-4069-98C5-9AF59752BBC2}"/>
    <dgm:cxn modelId="{DCD6DABA-7175-4DCC-86A7-A7F6169C3A63}" srcId="{F17E3F1D-F821-44FC-9BA9-F38667FC0996}" destId="{F85288ED-5EF6-4771-9D13-B485ACED551F}" srcOrd="1" destOrd="0" parTransId="{7506BE4C-93A6-4B99-9F7A-04FEFE221A6E}" sibTransId="{254DD2AD-0E2A-47C6-9D46-B2E1445561F9}"/>
    <dgm:cxn modelId="{7E394CC0-12D9-0749-8A0B-1BEA9C2DB352}" type="presOf" srcId="{F574C366-F60E-4E62-AF78-CB8F51F5E247}" destId="{48FE6186-7086-3248-B7A3-4863276C388C}" srcOrd="0" destOrd="0" presId="urn:microsoft.com/office/officeart/2005/8/layout/vList2"/>
    <dgm:cxn modelId="{879629D6-BCBC-4041-9104-23F53709A07F}" type="presOf" srcId="{BBFC1756-F380-46E6-93C3-D7BE193F69DB}" destId="{57443E98-FE4F-604A-9AD8-0F54C0573D65}" srcOrd="0" destOrd="0" presId="urn:microsoft.com/office/officeart/2005/8/layout/vList2"/>
    <dgm:cxn modelId="{FC48C3D0-565A-B04E-A60A-BA2353A4EC9E}" type="presParOf" srcId="{17105710-E6AF-9B46-B8F5-118C17E2C440}" destId="{57443E98-FE4F-604A-9AD8-0F54C0573D65}" srcOrd="0" destOrd="0" presId="urn:microsoft.com/office/officeart/2005/8/layout/vList2"/>
    <dgm:cxn modelId="{9745ED2A-363B-224C-A6BE-42903FB9E113}" type="presParOf" srcId="{17105710-E6AF-9B46-B8F5-118C17E2C440}" destId="{200830BD-410B-E649-AE4F-C0E77F7490A2}" srcOrd="1" destOrd="0" presId="urn:microsoft.com/office/officeart/2005/8/layout/vList2"/>
    <dgm:cxn modelId="{FE6E663B-C588-374C-9337-CDA5A3691679}" type="presParOf" srcId="{17105710-E6AF-9B46-B8F5-118C17E2C440}" destId="{E1BFB0B3-F350-A64F-8C95-2229D44871DB}" srcOrd="2" destOrd="0" presId="urn:microsoft.com/office/officeart/2005/8/layout/vList2"/>
    <dgm:cxn modelId="{D894B7CE-79F8-CD4D-A420-CC88E037F5DA}" type="presParOf" srcId="{17105710-E6AF-9B46-B8F5-118C17E2C440}" destId="{C5CBB6AE-A111-9B4F-B10A-519D2D838126}" srcOrd="3" destOrd="0" presId="urn:microsoft.com/office/officeart/2005/8/layout/vList2"/>
    <dgm:cxn modelId="{588133DC-A42C-4846-8C82-0A5146F027FA}" type="presParOf" srcId="{17105710-E6AF-9B46-B8F5-118C17E2C440}" destId="{48FE6186-7086-3248-B7A3-4863276C388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231803-65F1-4BB9-A70F-A20874FBFA8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681B3B-8DEC-4C21-AC5A-FD2F359AFDD3}">
      <dgm:prSet/>
      <dgm:spPr/>
      <dgm:t>
        <a:bodyPr/>
        <a:lstStyle/>
        <a:p>
          <a:pPr>
            <a:lnSpc>
              <a:spcPct val="100000"/>
            </a:lnSpc>
          </a:pPr>
          <a:r>
            <a:rPr lang="hr-HR" dirty="0"/>
            <a:t>Kameleon način rada: APDS-9960 očitava RGB vrijednosti fizičkih predmeta</a:t>
          </a:r>
          <a:br>
            <a:rPr lang="hr-HR" dirty="0"/>
          </a:br>
          <a:endParaRPr lang="hr-HR" dirty="0"/>
        </a:p>
      </dgm:t>
    </dgm:pt>
    <dgm:pt modelId="{CBB1AE84-98A8-4023-81E7-EC5238F87042}" type="parTrans" cxnId="{BA590B59-34E5-471B-9AE8-80E1BBD14F5A}">
      <dgm:prSet/>
      <dgm:spPr/>
      <dgm:t>
        <a:bodyPr/>
        <a:lstStyle/>
        <a:p>
          <a:endParaRPr lang="hr-HR" dirty="0"/>
        </a:p>
      </dgm:t>
    </dgm:pt>
    <dgm:pt modelId="{B7BCACEB-76DC-4ED9-ADAA-A148CE547817}" type="sibTrans" cxnId="{BA590B59-34E5-471B-9AE8-80E1BBD14F5A}">
      <dgm:prSet/>
      <dgm:spPr/>
      <dgm:t>
        <a:bodyPr/>
        <a:lstStyle/>
        <a:p>
          <a:endParaRPr lang="hr-HR" dirty="0"/>
        </a:p>
      </dgm:t>
    </dgm:pt>
    <dgm:pt modelId="{042FF264-FEF5-4298-AA9F-89062046C099}">
      <dgm:prSet/>
      <dgm:spPr/>
      <dgm:t>
        <a:bodyPr/>
        <a:lstStyle/>
        <a:p>
          <a:pPr>
            <a:lnSpc>
              <a:spcPct val="100000"/>
            </a:lnSpc>
          </a:pPr>
          <a:r>
            <a:rPr lang="hr-HR" dirty="0"/>
            <a:t>Interakcija: Senzor postavlja boju stvarnog svijeta kao boju digitalnog kista</a:t>
          </a:r>
          <a:br>
            <a:rPr lang="hr-HR" dirty="0"/>
          </a:br>
          <a:endParaRPr lang="hr-HR" dirty="0"/>
        </a:p>
      </dgm:t>
    </dgm:pt>
    <dgm:pt modelId="{EA233955-CD89-41CD-BB9E-B39A08478ADF}" type="parTrans" cxnId="{A50F31D6-ADAB-4B2A-9421-2909DBF01857}">
      <dgm:prSet/>
      <dgm:spPr/>
      <dgm:t>
        <a:bodyPr/>
        <a:lstStyle/>
        <a:p>
          <a:endParaRPr lang="hr-HR" dirty="0"/>
        </a:p>
      </dgm:t>
    </dgm:pt>
    <dgm:pt modelId="{B23C1EB6-341C-4F38-9B12-B76F57703048}" type="sibTrans" cxnId="{A50F31D6-ADAB-4B2A-9421-2909DBF01857}">
      <dgm:prSet/>
      <dgm:spPr/>
      <dgm:t>
        <a:bodyPr/>
        <a:lstStyle/>
        <a:p>
          <a:endParaRPr lang="hr-HR" dirty="0"/>
        </a:p>
      </dgm:t>
    </dgm:pt>
    <dgm:pt modelId="{A307D0BD-794B-46B8-BB7B-DE4E44740798}">
      <dgm:prSet/>
      <dgm:spPr/>
      <dgm:t>
        <a:bodyPr/>
        <a:lstStyle/>
        <a:p>
          <a:pPr>
            <a:lnSpc>
              <a:spcPct val="100000"/>
            </a:lnSpc>
          </a:pPr>
          <a:r>
            <a:rPr lang="hr-HR" dirty="0"/>
            <a:t>Dual Mode: Integracija MNIST modela za lokalno prepoznavanje rukopisa i brojeva.</a:t>
          </a:r>
        </a:p>
      </dgm:t>
    </dgm:pt>
    <dgm:pt modelId="{49C2258C-F08B-43B2-9CE9-8E0134774B9B}" type="parTrans" cxnId="{A5477753-2234-4D9F-B633-AC9FD3237C46}">
      <dgm:prSet/>
      <dgm:spPr/>
      <dgm:t>
        <a:bodyPr/>
        <a:lstStyle/>
        <a:p>
          <a:endParaRPr lang="hr-HR" dirty="0"/>
        </a:p>
      </dgm:t>
    </dgm:pt>
    <dgm:pt modelId="{7651EE6F-E984-4FF3-87C4-F228CDC21D74}" type="sibTrans" cxnId="{A5477753-2234-4D9F-B633-AC9FD3237C46}">
      <dgm:prSet/>
      <dgm:spPr/>
      <dgm:t>
        <a:bodyPr/>
        <a:lstStyle/>
        <a:p>
          <a:endParaRPr lang="hr-HR" dirty="0"/>
        </a:p>
      </dgm:t>
    </dgm:pt>
    <dgm:pt modelId="{6C308CC3-B5D9-49AD-BA7F-1BED77E19C00}" type="pres">
      <dgm:prSet presAssocID="{2C231803-65F1-4BB9-A70F-A20874FBFA86}" presName="root" presStyleCnt="0">
        <dgm:presLayoutVars>
          <dgm:dir/>
          <dgm:resizeHandles val="exact"/>
        </dgm:presLayoutVars>
      </dgm:prSet>
      <dgm:spPr/>
    </dgm:pt>
    <dgm:pt modelId="{6622552D-E3D3-44AC-9E86-79C81DBF97F0}" type="pres">
      <dgm:prSet presAssocID="{89681B3B-8DEC-4C21-AC5A-FD2F359AFDD3}" presName="compNode" presStyleCnt="0"/>
      <dgm:spPr/>
    </dgm:pt>
    <dgm:pt modelId="{80B876DB-E9F4-4ABE-98C3-3DC31400CBE6}" type="pres">
      <dgm:prSet presAssocID="{89681B3B-8DEC-4C21-AC5A-FD2F359AFDD3}" presName="bgRect" presStyleLbl="bgShp" presStyleIdx="0" presStyleCnt="3"/>
      <dgm:spPr/>
    </dgm:pt>
    <dgm:pt modelId="{10927881-71B7-4081-B613-D6B343D3D4E6}" type="pres">
      <dgm:prSet presAssocID="{89681B3B-8DEC-4C21-AC5A-FD2F359AFDD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05B18807-1AEC-4AA6-A2D9-C7BA1015DE10}" type="pres">
      <dgm:prSet presAssocID="{89681B3B-8DEC-4C21-AC5A-FD2F359AFDD3}" presName="spaceRect" presStyleCnt="0"/>
      <dgm:spPr/>
    </dgm:pt>
    <dgm:pt modelId="{741BBC0C-EB25-4D14-AA3E-DFBFEAE91886}" type="pres">
      <dgm:prSet presAssocID="{89681B3B-8DEC-4C21-AC5A-FD2F359AFDD3}" presName="parTx" presStyleLbl="revTx" presStyleIdx="0" presStyleCnt="3">
        <dgm:presLayoutVars>
          <dgm:chMax val="0"/>
          <dgm:chPref val="0"/>
        </dgm:presLayoutVars>
      </dgm:prSet>
      <dgm:spPr/>
    </dgm:pt>
    <dgm:pt modelId="{22AFEE4B-7D5D-437F-9E61-CD98CC8B4850}" type="pres">
      <dgm:prSet presAssocID="{B7BCACEB-76DC-4ED9-ADAA-A148CE547817}" presName="sibTrans" presStyleCnt="0"/>
      <dgm:spPr/>
    </dgm:pt>
    <dgm:pt modelId="{60C218C9-C45C-41F2-924B-B2676F6F54D8}" type="pres">
      <dgm:prSet presAssocID="{042FF264-FEF5-4298-AA9F-89062046C099}" presName="compNode" presStyleCnt="0"/>
      <dgm:spPr/>
    </dgm:pt>
    <dgm:pt modelId="{407ABF0F-FE2A-46FA-BF9E-F2F572325996}" type="pres">
      <dgm:prSet presAssocID="{042FF264-FEF5-4298-AA9F-89062046C099}" presName="bgRect" presStyleLbl="bgShp" presStyleIdx="1" presStyleCnt="3"/>
      <dgm:spPr/>
    </dgm:pt>
    <dgm:pt modelId="{D4FD462B-E10F-4B34-8C07-C3EB21AECE59}" type="pres">
      <dgm:prSet presAssocID="{042FF264-FEF5-4298-AA9F-89062046C09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5746F26-FAE0-4822-B72A-BAA866D77A04}" type="pres">
      <dgm:prSet presAssocID="{042FF264-FEF5-4298-AA9F-89062046C099}" presName="spaceRect" presStyleCnt="0"/>
      <dgm:spPr/>
    </dgm:pt>
    <dgm:pt modelId="{3CB4F5FB-E59B-43CA-AD1E-DD0AB336855F}" type="pres">
      <dgm:prSet presAssocID="{042FF264-FEF5-4298-AA9F-89062046C099}" presName="parTx" presStyleLbl="revTx" presStyleIdx="1" presStyleCnt="3">
        <dgm:presLayoutVars>
          <dgm:chMax val="0"/>
          <dgm:chPref val="0"/>
        </dgm:presLayoutVars>
      </dgm:prSet>
      <dgm:spPr/>
    </dgm:pt>
    <dgm:pt modelId="{95C60034-7F25-4F8E-BE93-6F9C2D30D642}" type="pres">
      <dgm:prSet presAssocID="{B23C1EB6-341C-4F38-9B12-B76F57703048}" presName="sibTrans" presStyleCnt="0"/>
      <dgm:spPr/>
    </dgm:pt>
    <dgm:pt modelId="{572CC050-FD1E-4119-8516-FC61C20BBD93}" type="pres">
      <dgm:prSet presAssocID="{A307D0BD-794B-46B8-BB7B-DE4E44740798}" presName="compNode" presStyleCnt="0"/>
      <dgm:spPr/>
    </dgm:pt>
    <dgm:pt modelId="{1607802B-19E7-4518-A562-D637B981F6C8}" type="pres">
      <dgm:prSet presAssocID="{A307D0BD-794B-46B8-BB7B-DE4E44740798}" presName="bgRect" presStyleLbl="bgShp" presStyleIdx="2" presStyleCnt="3"/>
      <dgm:spPr/>
    </dgm:pt>
    <dgm:pt modelId="{E53451F6-DB48-45C4-B973-1DACE125E6D7}" type="pres">
      <dgm:prSet presAssocID="{A307D0BD-794B-46B8-BB7B-DE4E4474079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8E3037FB-52F0-43D6-9FC9-D8FE73CF1344}" type="pres">
      <dgm:prSet presAssocID="{A307D0BD-794B-46B8-BB7B-DE4E44740798}" presName="spaceRect" presStyleCnt="0"/>
      <dgm:spPr/>
    </dgm:pt>
    <dgm:pt modelId="{2603D6FE-FC22-4A56-84CB-A5703BB945DE}" type="pres">
      <dgm:prSet presAssocID="{A307D0BD-794B-46B8-BB7B-DE4E4474079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0415F2E-903B-46B4-A0D2-DB5A6C139AC5}" type="presOf" srcId="{042FF264-FEF5-4298-AA9F-89062046C099}" destId="{3CB4F5FB-E59B-43CA-AD1E-DD0AB336855F}" srcOrd="0" destOrd="0" presId="urn:microsoft.com/office/officeart/2018/2/layout/IconVerticalSolidList"/>
    <dgm:cxn modelId="{A5477753-2234-4D9F-B633-AC9FD3237C46}" srcId="{2C231803-65F1-4BB9-A70F-A20874FBFA86}" destId="{A307D0BD-794B-46B8-BB7B-DE4E44740798}" srcOrd="2" destOrd="0" parTransId="{49C2258C-F08B-43B2-9CE9-8E0134774B9B}" sibTransId="{7651EE6F-E984-4FF3-87C4-F228CDC21D74}"/>
    <dgm:cxn modelId="{BA590B59-34E5-471B-9AE8-80E1BBD14F5A}" srcId="{2C231803-65F1-4BB9-A70F-A20874FBFA86}" destId="{89681B3B-8DEC-4C21-AC5A-FD2F359AFDD3}" srcOrd="0" destOrd="0" parTransId="{CBB1AE84-98A8-4023-81E7-EC5238F87042}" sibTransId="{B7BCACEB-76DC-4ED9-ADAA-A148CE547817}"/>
    <dgm:cxn modelId="{E0421782-CE70-4959-9428-23C9DCAEA3F5}" type="presOf" srcId="{A307D0BD-794B-46B8-BB7B-DE4E44740798}" destId="{2603D6FE-FC22-4A56-84CB-A5703BB945DE}" srcOrd="0" destOrd="0" presId="urn:microsoft.com/office/officeart/2018/2/layout/IconVerticalSolidList"/>
    <dgm:cxn modelId="{CFC350AB-A312-4CA3-BEC6-42717C8BF8BE}" type="presOf" srcId="{2C231803-65F1-4BB9-A70F-A20874FBFA86}" destId="{6C308CC3-B5D9-49AD-BA7F-1BED77E19C00}" srcOrd="0" destOrd="0" presId="urn:microsoft.com/office/officeart/2018/2/layout/IconVerticalSolidList"/>
    <dgm:cxn modelId="{E02860D1-BB85-4D98-A72D-42A02597964D}" type="presOf" srcId="{89681B3B-8DEC-4C21-AC5A-FD2F359AFDD3}" destId="{741BBC0C-EB25-4D14-AA3E-DFBFEAE91886}" srcOrd="0" destOrd="0" presId="urn:microsoft.com/office/officeart/2018/2/layout/IconVerticalSolidList"/>
    <dgm:cxn modelId="{A50F31D6-ADAB-4B2A-9421-2909DBF01857}" srcId="{2C231803-65F1-4BB9-A70F-A20874FBFA86}" destId="{042FF264-FEF5-4298-AA9F-89062046C099}" srcOrd="1" destOrd="0" parTransId="{EA233955-CD89-41CD-BB9E-B39A08478ADF}" sibTransId="{B23C1EB6-341C-4F38-9B12-B76F57703048}"/>
    <dgm:cxn modelId="{DE7E0513-846C-4B4C-B935-9B4F3F56B5CA}" type="presParOf" srcId="{6C308CC3-B5D9-49AD-BA7F-1BED77E19C00}" destId="{6622552D-E3D3-44AC-9E86-79C81DBF97F0}" srcOrd="0" destOrd="0" presId="urn:microsoft.com/office/officeart/2018/2/layout/IconVerticalSolidList"/>
    <dgm:cxn modelId="{D54D7C2E-A05D-4C71-8160-42234CF8E3F8}" type="presParOf" srcId="{6622552D-E3D3-44AC-9E86-79C81DBF97F0}" destId="{80B876DB-E9F4-4ABE-98C3-3DC31400CBE6}" srcOrd="0" destOrd="0" presId="urn:microsoft.com/office/officeart/2018/2/layout/IconVerticalSolidList"/>
    <dgm:cxn modelId="{1AFA275E-A8D0-4999-BF30-7246B4317E32}" type="presParOf" srcId="{6622552D-E3D3-44AC-9E86-79C81DBF97F0}" destId="{10927881-71B7-4081-B613-D6B343D3D4E6}" srcOrd="1" destOrd="0" presId="urn:microsoft.com/office/officeart/2018/2/layout/IconVerticalSolidList"/>
    <dgm:cxn modelId="{79F9AC16-6493-4AEC-A98B-7BECDC4A1337}" type="presParOf" srcId="{6622552D-E3D3-44AC-9E86-79C81DBF97F0}" destId="{05B18807-1AEC-4AA6-A2D9-C7BA1015DE10}" srcOrd="2" destOrd="0" presId="urn:microsoft.com/office/officeart/2018/2/layout/IconVerticalSolidList"/>
    <dgm:cxn modelId="{FB96C2B7-E16E-46C8-AEDF-9165EF4D1F37}" type="presParOf" srcId="{6622552D-E3D3-44AC-9E86-79C81DBF97F0}" destId="{741BBC0C-EB25-4D14-AA3E-DFBFEAE91886}" srcOrd="3" destOrd="0" presId="urn:microsoft.com/office/officeart/2018/2/layout/IconVerticalSolidList"/>
    <dgm:cxn modelId="{DD981137-97DB-40CA-8871-5728ADBFBC6D}" type="presParOf" srcId="{6C308CC3-B5D9-49AD-BA7F-1BED77E19C00}" destId="{22AFEE4B-7D5D-437F-9E61-CD98CC8B4850}" srcOrd="1" destOrd="0" presId="urn:microsoft.com/office/officeart/2018/2/layout/IconVerticalSolidList"/>
    <dgm:cxn modelId="{B4E74958-5912-483B-95BC-A957C7B85CAB}" type="presParOf" srcId="{6C308CC3-B5D9-49AD-BA7F-1BED77E19C00}" destId="{60C218C9-C45C-41F2-924B-B2676F6F54D8}" srcOrd="2" destOrd="0" presId="urn:microsoft.com/office/officeart/2018/2/layout/IconVerticalSolidList"/>
    <dgm:cxn modelId="{CB370364-DA94-470A-B994-FE12A1730C7F}" type="presParOf" srcId="{60C218C9-C45C-41F2-924B-B2676F6F54D8}" destId="{407ABF0F-FE2A-46FA-BF9E-F2F572325996}" srcOrd="0" destOrd="0" presId="urn:microsoft.com/office/officeart/2018/2/layout/IconVerticalSolidList"/>
    <dgm:cxn modelId="{B6FA2513-4B7B-4071-B098-3FD988B4C486}" type="presParOf" srcId="{60C218C9-C45C-41F2-924B-B2676F6F54D8}" destId="{D4FD462B-E10F-4B34-8C07-C3EB21AECE59}" srcOrd="1" destOrd="0" presId="urn:microsoft.com/office/officeart/2018/2/layout/IconVerticalSolidList"/>
    <dgm:cxn modelId="{C390676D-66C9-439C-8E03-3DB5081B4322}" type="presParOf" srcId="{60C218C9-C45C-41F2-924B-B2676F6F54D8}" destId="{C5746F26-FAE0-4822-B72A-BAA866D77A04}" srcOrd="2" destOrd="0" presId="urn:microsoft.com/office/officeart/2018/2/layout/IconVerticalSolidList"/>
    <dgm:cxn modelId="{F707E14B-37B6-4777-9D20-5960136A48C2}" type="presParOf" srcId="{60C218C9-C45C-41F2-924B-B2676F6F54D8}" destId="{3CB4F5FB-E59B-43CA-AD1E-DD0AB336855F}" srcOrd="3" destOrd="0" presId="urn:microsoft.com/office/officeart/2018/2/layout/IconVerticalSolidList"/>
    <dgm:cxn modelId="{24ED4DF0-979F-4C16-9850-F0A80E5708A9}" type="presParOf" srcId="{6C308CC3-B5D9-49AD-BA7F-1BED77E19C00}" destId="{95C60034-7F25-4F8E-BE93-6F9C2D30D642}" srcOrd="3" destOrd="0" presId="urn:microsoft.com/office/officeart/2018/2/layout/IconVerticalSolidList"/>
    <dgm:cxn modelId="{B5ED9913-22F5-44A3-9236-6BE3166C72EF}" type="presParOf" srcId="{6C308CC3-B5D9-49AD-BA7F-1BED77E19C00}" destId="{572CC050-FD1E-4119-8516-FC61C20BBD93}" srcOrd="4" destOrd="0" presId="urn:microsoft.com/office/officeart/2018/2/layout/IconVerticalSolidList"/>
    <dgm:cxn modelId="{B324FECF-4317-4ABA-A4F6-914A72B95B3F}" type="presParOf" srcId="{572CC050-FD1E-4119-8516-FC61C20BBD93}" destId="{1607802B-19E7-4518-A562-D637B981F6C8}" srcOrd="0" destOrd="0" presId="urn:microsoft.com/office/officeart/2018/2/layout/IconVerticalSolidList"/>
    <dgm:cxn modelId="{1DB5C61A-3276-4B30-8385-DBFAB53111E3}" type="presParOf" srcId="{572CC050-FD1E-4119-8516-FC61C20BBD93}" destId="{E53451F6-DB48-45C4-B973-1DACE125E6D7}" srcOrd="1" destOrd="0" presId="urn:microsoft.com/office/officeart/2018/2/layout/IconVerticalSolidList"/>
    <dgm:cxn modelId="{E867650B-65D8-4E2D-8EA5-A01388E5AF33}" type="presParOf" srcId="{572CC050-FD1E-4119-8516-FC61C20BBD93}" destId="{8E3037FB-52F0-43D6-9FC9-D8FE73CF1344}" srcOrd="2" destOrd="0" presId="urn:microsoft.com/office/officeart/2018/2/layout/IconVerticalSolidList"/>
    <dgm:cxn modelId="{E9EC392A-A671-4440-BA1D-D54596C5658C}" type="presParOf" srcId="{572CC050-FD1E-4119-8516-FC61C20BBD93}" destId="{2603D6FE-FC22-4A56-84CB-A5703BB945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5BC00F-192C-4F49-B381-790D47B07D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156575-E215-4CC1-900F-5C8F25E02603}">
      <dgm:prSet/>
      <dgm:spPr/>
      <dgm:t>
        <a:bodyPr/>
        <a:lstStyle/>
        <a:p>
          <a:r>
            <a:rPr lang="hr-HR"/>
            <a:t>Tehnologija: HTTP protokol</a:t>
          </a:r>
          <a:br>
            <a:rPr lang="hr-HR"/>
          </a:br>
          <a:endParaRPr lang="en-US"/>
        </a:p>
      </dgm:t>
    </dgm:pt>
    <dgm:pt modelId="{5320E844-7E7C-4346-B394-09894F041C1E}" type="parTrans" cxnId="{4475D0DA-CC6A-4A21-992D-82C6DF1615B6}">
      <dgm:prSet/>
      <dgm:spPr/>
      <dgm:t>
        <a:bodyPr/>
        <a:lstStyle/>
        <a:p>
          <a:endParaRPr lang="en-US"/>
        </a:p>
      </dgm:t>
    </dgm:pt>
    <dgm:pt modelId="{6A8F1997-1FCE-4A7D-9F7D-ABE1A40B5812}" type="sibTrans" cxnId="{4475D0DA-CC6A-4A21-992D-82C6DF1615B6}">
      <dgm:prSet/>
      <dgm:spPr/>
      <dgm:t>
        <a:bodyPr/>
        <a:lstStyle/>
        <a:p>
          <a:endParaRPr lang="en-US"/>
        </a:p>
      </dgm:t>
    </dgm:pt>
    <dgm:pt modelId="{AE9A235D-8897-4F3A-B00A-8A91BCBA26AC}">
      <dgm:prSet/>
      <dgm:spPr/>
      <dgm:t>
        <a:bodyPr/>
        <a:lstStyle/>
        <a:p>
          <a:r>
            <a:rPr lang="hr-HR"/>
            <a:t>Video: Prikaz slike u realnom vremenu izravno na zaslonu uređaja</a:t>
          </a:r>
          <a:endParaRPr lang="en-US"/>
        </a:p>
      </dgm:t>
    </dgm:pt>
    <dgm:pt modelId="{FF510077-9236-4D93-BA4A-279AB9F7A3D5}" type="parTrans" cxnId="{45CA6BC8-9ACE-44FC-8F7D-AD59078BFA8A}">
      <dgm:prSet/>
      <dgm:spPr/>
      <dgm:t>
        <a:bodyPr/>
        <a:lstStyle/>
        <a:p>
          <a:endParaRPr lang="en-US"/>
        </a:p>
      </dgm:t>
    </dgm:pt>
    <dgm:pt modelId="{7D16CE0B-6419-4091-B4B2-E8AA2312FB58}" type="sibTrans" cxnId="{45CA6BC8-9ACE-44FC-8F7D-AD59078BFA8A}">
      <dgm:prSet/>
      <dgm:spPr/>
      <dgm:t>
        <a:bodyPr/>
        <a:lstStyle/>
        <a:p>
          <a:endParaRPr lang="en-US"/>
        </a:p>
      </dgm:t>
    </dgm:pt>
    <dgm:pt modelId="{22D59712-CE5C-4A12-AAF1-FD023703BE87}">
      <dgm:prSet/>
      <dgm:spPr/>
      <dgm:t>
        <a:bodyPr/>
        <a:lstStyle/>
        <a:p>
          <a:r>
            <a:rPr lang="hr-HR"/>
            <a:t>Galerija: mogućnost slikanja slika i pohrana</a:t>
          </a:r>
          <a:endParaRPr lang="en-US"/>
        </a:p>
      </dgm:t>
    </dgm:pt>
    <dgm:pt modelId="{D094445A-BF71-4281-B415-647ACA5C1696}" type="parTrans" cxnId="{2E4E1E2D-DB1B-4973-AD96-083ED67B5DC8}">
      <dgm:prSet/>
      <dgm:spPr/>
      <dgm:t>
        <a:bodyPr/>
        <a:lstStyle/>
        <a:p>
          <a:endParaRPr lang="en-US"/>
        </a:p>
      </dgm:t>
    </dgm:pt>
    <dgm:pt modelId="{6A8F4DC3-29A6-4C00-8A8F-90C62D4FB909}" type="sibTrans" cxnId="{2E4E1E2D-DB1B-4973-AD96-083ED67B5DC8}">
      <dgm:prSet/>
      <dgm:spPr/>
      <dgm:t>
        <a:bodyPr/>
        <a:lstStyle/>
        <a:p>
          <a:endParaRPr lang="en-US"/>
        </a:p>
      </dgm:t>
    </dgm:pt>
    <dgm:pt modelId="{D4E80111-5766-ED42-81F0-B26C9E534E6A}" type="pres">
      <dgm:prSet presAssocID="{535BC00F-192C-4F49-B381-790D47B07D67}" presName="linear" presStyleCnt="0">
        <dgm:presLayoutVars>
          <dgm:animLvl val="lvl"/>
          <dgm:resizeHandles val="exact"/>
        </dgm:presLayoutVars>
      </dgm:prSet>
      <dgm:spPr/>
    </dgm:pt>
    <dgm:pt modelId="{BDEFCE35-FB84-3344-AEC9-52AEA959CEFD}" type="pres">
      <dgm:prSet presAssocID="{F8156575-E215-4CC1-900F-5C8F25E0260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54A2BC-E465-4B4B-BC56-7CE6053D1411}" type="pres">
      <dgm:prSet presAssocID="{6A8F1997-1FCE-4A7D-9F7D-ABE1A40B5812}" presName="spacer" presStyleCnt="0"/>
      <dgm:spPr/>
    </dgm:pt>
    <dgm:pt modelId="{8676A52F-01ED-BD43-930D-2B5665A692AC}" type="pres">
      <dgm:prSet presAssocID="{AE9A235D-8897-4F3A-B00A-8A91BCBA26A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B40EFB-678E-DF48-BDA2-B4B163F43B2D}" type="pres">
      <dgm:prSet presAssocID="{7D16CE0B-6419-4091-B4B2-E8AA2312FB58}" presName="spacer" presStyleCnt="0"/>
      <dgm:spPr/>
    </dgm:pt>
    <dgm:pt modelId="{09944A76-8DF3-1B40-BA86-7CBB18C9F53F}" type="pres">
      <dgm:prSet presAssocID="{22D59712-CE5C-4A12-AAF1-FD023703BE8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D901F25-73F4-6146-B1E0-C38CDFFD2B7B}" type="presOf" srcId="{22D59712-CE5C-4A12-AAF1-FD023703BE87}" destId="{09944A76-8DF3-1B40-BA86-7CBB18C9F53F}" srcOrd="0" destOrd="0" presId="urn:microsoft.com/office/officeart/2005/8/layout/vList2"/>
    <dgm:cxn modelId="{2E4E1E2D-DB1B-4973-AD96-083ED67B5DC8}" srcId="{535BC00F-192C-4F49-B381-790D47B07D67}" destId="{22D59712-CE5C-4A12-AAF1-FD023703BE87}" srcOrd="2" destOrd="0" parTransId="{D094445A-BF71-4281-B415-647ACA5C1696}" sibTransId="{6A8F4DC3-29A6-4C00-8A8F-90C62D4FB909}"/>
    <dgm:cxn modelId="{45CA6BC8-9ACE-44FC-8F7D-AD59078BFA8A}" srcId="{535BC00F-192C-4F49-B381-790D47B07D67}" destId="{AE9A235D-8897-4F3A-B00A-8A91BCBA26AC}" srcOrd="1" destOrd="0" parTransId="{FF510077-9236-4D93-BA4A-279AB9F7A3D5}" sibTransId="{7D16CE0B-6419-4091-B4B2-E8AA2312FB58}"/>
    <dgm:cxn modelId="{4475D0DA-CC6A-4A21-992D-82C6DF1615B6}" srcId="{535BC00F-192C-4F49-B381-790D47B07D67}" destId="{F8156575-E215-4CC1-900F-5C8F25E02603}" srcOrd="0" destOrd="0" parTransId="{5320E844-7E7C-4346-B394-09894F041C1E}" sibTransId="{6A8F1997-1FCE-4A7D-9F7D-ABE1A40B5812}"/>
    <dgm:cxn modelId="{A1CDD3DF-09FA-1248-8DD1-A845910CDF33}" type="presOf" srcId="{F8156575-E215-4CC1-900F-5C8F25E02603}" destId="{BDEFCE35-FB84-3344-AEC9-52AEA959CEFD}" srcOrd="0" destOrd="0" presId="urn:microsoft.com/office/officeart/2005/8/layout/vList2"/>
    <dgm:cxn modelId="{66F1B1E8-86CE-F148-9981-A9D7BCAF74A6}" type="presOf" srcId="{AE9A235D-8897-4F3A-B00A-8A91BCBA26AC}" destId="{8676A52F-01ED-BD43-930D-2B5665A692AC}" srcOrd="0" destOrd="0" presId="urn:microsoft.com/office/officeart/2005/8/layout/vList2"/>
    <dgm:cxn modelId="{E6DC23EA-AC95-1C4E-B1AD-709DAE158D2E}" type="presOf" srcId="{535BC00F-192C-4F49-B381-790D47B07D67}" destId="{D4E80111-5766-ED42-81F0-B26C9E534E6A}" srcOrd="0" destOrd="0" presId="urn:microsoft.com/office/officeart/2005/8/layout/vList2"/>
    <dgm:cxn modelId="{4F96BFA8-9F11-F945-9FCC-F10D5D3931E7}" type="presParOf" srcId="{D4E80111-5766-ED42-81F0-B26C9E534E6A}" destId="{BDEFCE35-FB84-3344-AEC9-52AEA959CEFD}" srcOrd="0" destOrd="0" presId="urn:microsoft.com/office/officeart/2005/8/layout/vList2"/>
    <dgm:cxn modelId="{38D354F2-7F3C-7741-B7C1-9E8A8DA4B7B3}" type="presParOf" srcId="{D4E80111-5766-ED42-81F0-B26C9E534E6A}" destId="{A954A2BC-E465-4B4B-BC56-7CE6053D1411}" srcOrd="1" destOrd="0" presId="urn:microsoft.com/office/officeart/2005/8/layout/vList2"/>
    <dgm:cxn modelId="{DFA28C74-70C7-2941-8176-2B0A5BA6D969}" type="presParOf" srcId="{D4E80111-5766-ED42-81F0-B26C9E534E6A}" destId="{8676A52F-01ED-BD43-930D-2B5665A692AC}" srcOrd="2" destOrd="0" presId="urn:microsoft.com/office/officeart/2005/8/layout/vList2"/>
    <dgm:cxn modelId="{4CEFC882-F6B3-ED4B-819B-2252617D95AE}" type="presParOf" srcId="{D4E80111-5766-ED42-81F0-B26C9E534E6A}" destId="{AEB40EFB-678E-DF48-BDA2-B4B163F43B2D}" srcOrd="3" destOrd="0" presId="urn:microsoft.com/office/officeart/2005/8/layout/vList2"/>
    <dgm:cxn modelId="{F6EBB2CA-ED9B-6F40-8604-E6222C9F4BD3}" type="presParOf" srcId="{D4E80111-5766-ED42-81F0-B26C9E534E6A}" destId="{09944A76-8DF3-1B40-BA86-7CBB18C9F53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379118C-7E7C-4630-B1B6-05E91BC1A47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1FF72D-90C6-4EF9-B730-8317EC46B783}">
      <dgm:prSet/>
      <dgm:spPr/>
      <dgm:t>
        <a:bodyPr/>
        <a:lstStyle/>
        <a:p>
          <a:r>
            <a:rPr lang="hr-HR" dirty="0"/>
            <a:t>Slušna percepcija: Prepoznavanje zvukova 6 životinja uz pomoć megafona</a:t>
          </a:r>
          <a:br>
            <a:rPr lang="hr-HR" dirty="0"/>
          </a:br>
          <a:endParaRPr lang="en-US" dirty="0"/>
        </a:p>
      </dgm:t>
    </dgm:pt>
    <dgm:pt modelId="{591C433E-BD84-4306-9332-B414CA5BE778}" type="parTrans" cxnId="{A62B7BA0-6D1C-4606-9CA5-77B808656619}">
      <dgm:prSet/>
      <dgm:spPr/>
      <dgm:t>
        <a:bodyPr/>
        <a:lstStyle/>
        <a:p>
          <a:endParaRPr lang="en-US"/>
        </a:p>
      </dgm:t>
    </dgm:pt>
    <dgm:pt modelId="{0CF10A2D-4A0E-47A9-8B99-479A778DF0FF}" type="sibTrans" cxnId="{A62B7BA0-6D1C-4606-9CA5-77B808656619}">
      <dgm:prSet/>
      <dgm:spPr/>
      <dgm:t>
        <a:bodyPr/>
        <a:lstStyle/>
        <a:p>
          <a:endParaRPr lang="en-US"/>
        </a:p>
      </dgm:t>
    </dgm:pt>
    <dgm:pt modelId="{8D3F653F-F180-4342-9582-C073F1E5D151}">
      <dgm:prSet/>
      <dgm:spPr/>
      <dgm:t>
        <a:bodyPr/>
        <a:lstStyle/>
        <a:p>
          <a:r>
            <a:rPr lang="hr-HR" dirty="0"/>
            <a:t>Kviz: Vizualna povratna informacija o točnosti pogađanja</a:t>
          </a:r>
          <a:br>
            <a:rPr lang="hr-HR" dirty="0"/>
          </a:br>
          <a:endParaRPr lang="en-US" dirty="0"/>
        </a:p>
      </dgm:t>
    </dgm:pt>
    <dgm:pt modelId="{D7154E0C-CDB5-47FD-BFD6-9F9C8D19BC15}" type="parTrans" cxnId="{85E1B12A-3DC3-4ADD-AF84-8FF318602C7F}">
      <dgm:prSet/>
      <dgm:spPr/>
      <dgm:t>
        <a:bodyPr/>
        <a:lstStyle/>
        <a:p>
          <a:endParaRPr lang="en-US"/>
        </a:p>
      </dgm:t>
    </dgm:pt>
    <dgm:pt modelId="{B61EA3FB-494D-47E1-B9A6-814CE3D1DCB4}" type="sibTrans" cxnId="{85E1B12A-3DC3-4ADD-AF84-8FF318602C7F}">
      <dgm:prSet/>
      <dgm:spPr/>
      <dgm:t>
        <a:bodyPr/>
        <a:lstStyle/>
        <a:p>
          <a:endParaRPr lang="en-US"/>
        </a:p>
      </dgm:t>
    </dgm:pt>
    <dgm:pt modelId="{CBD97AAB-05F5-49CF-A9D6-53D97D312571}">
      <dgm:prSet/>
      <dgm:spPr/>
      <dgm:t>
        <a:bodyPr/>
        <a:lstStyle/>
        <a:p>
          <a:r>
            <a:rPr lang="hr-HR" dirty="0"/>
            <a:t>Samostalnost: Alarm za praćenje vremena tijekom učenja ili igranja</a:t>
          </a:r>
          <a:endParaRPr lang="en-US" dirty="0"/>
        </a:p>
      </dgm:t>
    </dgm:pt>
    <dgm:pt modelId="{9151CB75-677B-4EB9-BB58-7FFC29DA65CC}" type="parTrans" cxnId="{BC3B7D87-0B32-4114-8A41-A74B2E00C1A3}">
      <dgm:prSet/>
      <dgm:spPr/>
      <dgm:t>
        <a:bodyPr/>
        <a:lstStyle/>
        <a:p>
          <a:endParaRPr lang="en-US"/>
        </a:p>
      </dgm:t>
    </dgm:pt>
    <dgm:pt modelId="{6D25D2AE-D3AF-4EB3-83E5-2C19819E59EF}" type="sibTrans" cxnId="{BC3B7D87-0B32-4114-8A41-A74B2E00C1A3}">
      <dgm:prSet/>
      <dgm:spPr/>
      <dgm:t>
        <a:bodyPr/>
        <a:lstStyle/>
        <a:p>
          <a:endParaRPr lang="en-US"/>
        </a:p>
      </dgm:t>
    </dgm:pt>
    <dgm:pt modelId="{E5FC5639-9BF8-9E41-BD4C-9BC71F390499}" type="pres">
      <dgm:prSet presAssocID="{2379118C-7E7C-4630-B1B6-05E91BC1A47E}" presName="linear" presStyleCnt="0">
        <dgm:presLayoutVars>
          <dgm:animLvl val="lvl"/>
          <dgm:resizeHandles val="exact"/>
        </dgm:presLayoutVars>
      </dgm:prSet>
      <dgm:spPr/>
    </dgm:pt>
    <dgm:pt modelId="{1BBAD9C6-D9F8-C345-B43F-0D8947254168}" type="pres">
      <dgm:prSet presAssocID="{1C1FF72D-90C6-4EF9-B730-8317EC46B78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D870A11-5997-C441-859D-58C1AEE39208}" type="pres">
      <dgm:prSet presAssocID="{0CF10A2D-4A0E-47A9-8B99-479A778DF0FF}" presName="spacer" presStyleCnt="0"/>
      <dgm:spPr/>
    </dgm:pt>
    <dgm:pt modelId="{A9D7E640-1253-1246-99AF-BF5BDBCFBB24}" type="pres">
      <dgm:prSet presAssocID="{8D3F653F-F180-4342-9582-C073F1E5D15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145ADF8-6A50-7F4E-A02D-6DDE1E01FF25}" type="pres">
      <dgm:prSet presAssocID="{B61EA3FB-494D-47E1-B9A6-814CE3D1DCB4}" presName="spacer" presStyleCnt="0"/>
      <dgm:spPr/>
    </dgm:pt>
    <dgm:pt modelId="{A33F6F2C-4193-5D42-A7E2-E4DBA5F43D6F}" type="pres">
      <dgm:prSet presAssocID="{CBD97AAB-05F5-49CF-A9D6-53D97D31257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5E1B12A-3DC3-4ADD-AF84-8FF318602C7F}" srcId="{2379118C-7E7C-4630-B1B6-05E91BC1A47E}" destId="{8D3F653F-F180-4342-9582-C073F1E5D151}" srcOrd="1" destOrd="0" parTransId="{D7154E0C-CDB5-47FD-BFD6-9F9C8D19BC15}" sibTransId="{B61EA3FB-494D-47E1-B9A6-814CE3D1DCB4}"/>
    <dgm:cxn modelId="{A12EBE4B-EDAC-064E-AB2B-4B6135C9401D}" type="presOf" srcId="{CBD97AAB-05F5-49CF-A9D6-53D97D312571}" destId="{A33F6F2C-4193-5D42-A7E2-E4DBA5F43D6F}" srcOrd="0" destOrd="0" presId="urn:microsoft.com/office/officeart/2005/8/layout/vList2"/>
    <dgm:cxn modelId="{C7E16E61-9BF0-DE44-892B-8A26C94D2C65}" type="presOf" srcId="{1C1FF72D-90C6-4EF9-B730-8317EC46B783}" destId="{1BBAD9C6-D9F8-C345-B43F-0D8947254168}" srcOrd="0" destOrd="0" presId="urn:microsoft.com/office/officeart/2005/8/layout/vList2"/>
    <dgm:cxn modelId="{EFCB5268-27F3-EC41-AA62-B05D1B831C61}" type="presOf" srcId="{2379118C-7E7C-4630-B1B6-05E91BC1A47E}" destId="{E5FC5639-9BF8-9E41-BD4C-9BC71F390499}" srcOrd="0" destOrd="0" presId="urn:microsoft.com/office/officeart/2005/8/layout/vList2"/>
    <dgm:cxn modelId="{BC3B7D87-0B32-4114-8A41-A74B2E00C1A3}" srcId="{2379118C-7E7C-4630-B1B6-05E91BC1A47E}" destId="{CBD97AAB-05F5-49CF-A9D6-53D97D312571}" srcOrd="2" destOrd="0" parTransId="{9151CB75-677B-4EB9-BB58-7FFC29DA65CC}" sibTransId="{6D25D2AE-D3AF-4EB3-83E5-2C19819E59EF}"/>
    <dgm:cxn modelId="{C6299397-9C8E-8D4E-912B-C6995825A003}" type="presOf" srcId="{8D3F653F-F180-4342-9582-C073F1E5D151}" destId="{A9D7E640-1253-1246-99AF-BF5BDBCFBB24}" srcOrd="0" destOrd="0" presId="urn:microsoft.com/office/officeart/2005/8/layout/vList2"/>
    <dgm:cxn modelId="{A62B7BA0-6D1C-4606-9CA5-77B808656619}" srcId="{2379118C-7E7C-4630-B1B6-05E91BC1A47E}" destId="{1C1FF72D-90C6-4EF9-B730-8317EC46B783}" srcOrd="0" destOrd="0" parTransId="{591C433E-BD84-4306-9332-B414CA5BE778}" sibTransId="{0CF10A2D-4A0E-47A9-8B99-479A778DF0FF}"/>
    <dgm:cxn modelId="{9C0FE9B3-461E-FB49-AD00-AE295A881128}" type="presParOf" srcId="{E5FC5639-9BF8-9E41-BD4C-9BC71F390499}" destId="{1BBAD9C6-D9F8-C345-B43F-0D8947254168}" srcOrd="0" destOrd="0" presId="urn:microsoft.com/office/officeart/2005/8/layout/vList2"/>
    <dgm:cxn modelId="{CBE729B5-A2C6-3543-BF9E-0890787AB4E1}" type="presParOf" srcId="{E5FC5639-9BF8-9E41-BD4C-9BC71F390499}" destId="{4D870A11-5997-C441-859D-58C1AEE39208}" srcOrd="1" destOrd="0" presId="urn:microsoft.com/office/officeart/2005/8/layout/vList2"/>
    <dgm:cxn modelId="{6456F2D3-5557-5941-BB25-B9804F083CFC}" type="presParOf" srcId="{E5FC5639-9BF8-9E41-BD4C-9BC71F390499}" destId="{A9D7E640-1253-1246-99AF-BF5BDBCFBB24}" srcOrd="2" destOrd="0" presId="urn:microsoft.com/office/officeart/2005/8/layout/vList2"/>
    <dgm:cxn modelId="{36CF5DCC-B825-E449-B795-B928560DFF43}" type="presParOf" srcId="{E5FC5639-9BF8-9E41-BD4C-9BC71F390499}" destId="{6145ADF8-6A50-7F4E-A02D-6DDE1E01FF25}" srcOrd="3" destOrd="0" presId="urn:microsoft.com/office/officeart/2005/8/layout/vList2"/>
    <dgm:cxn modelId="{1D0B03EB-AFFC-124F-BB6D-41FD2E44E1E0}" type="presParOf" srcId="{E5FC5639-9BF8-9E41-BD4C-9BC71F390499}" destId="{A33F6F2C-4193-5D42-A7E2-E4DBA5F43D6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0C8704A-A2D1-4A6E-9BB7-40400A0C620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FA59FA-5ABE-43AF-8039-284DFB8689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Framework: ESP-IDF v5.x s </a:t>
          </a:r>
          <a:r>
            <a:rPr lang="en-US" dirty="0" err="1"/>
            <a:t>FreeRTOS</a:t>
          </a:r>
          <a:r>
            <a:rPr lang="en-US" dirty="0"/>
            <a:t> s </a:t>
          </a:r>
          <a:r>
            <a:rPr lang="en-US" dirty="0" err="1"/>
            <a:t>multitaskingom</a:t>
          </a:r>
          <a:br>
            <a:rPr lang="en-US" dirty="0"/>
          </a:br>
          <a:endParaRPr lang="en-US" dirty="0"/>
        </a:p>
      </dgm:t>
    </dgm:pt>
    <dgm:pt modelId="{827A8507-B4F1-4275-9E22-227BB22407CB}" type="parTrans" cxnId="{4449159E-15D9-495B-AFAC-D5F63B4A07B4}">
      <dgm:prSet/>
      <dgm:spPr/>
      <dgm:t>
        <a:bodyPr/>
        <a:lstStyle/>
        <a:p>
          <a:endParaRPr lang="en-US"/>
        </a:p>
      </dgm:t>
    </dgm:pt>
    <dgm:pt modelId="{5E058CCD-4E09-47AF-9114-F34FB2A60260}" type="sibTrans" cxnId="{4449159E-15D9-495B-AFAC-D5F63B4A07B4}">
      <dgm:prSet/>
      <dgm:spPr/>
      <dgm:t>
        <a:bodyPr/>
        <a:lstStyle/>
        <a:p>
          <a:endParaRPr lang="en-US"/>
        </a:p>
      </dgm:t>
    </dgm:pt>
    <dgm:pt modelId="{1B1A7BD1-AD28-422E-BD20-962194AD27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Memorija</a:t>
          </a:r>
          <a:r>
            <a:rPr lang="en-US" dirty="0"/>
            <a:t>: </a:t>
          </a:r>
          <a:r>
            <a:rPr lang="en-US" dirty="0" err="1"/>
            <a:t>Optimizacija</a:t>
          </a:r>
          <a:r>
            <a:rPr lang="en-US" dirty="0"/>
            <a:t> PSRAM-a za </a:t>
          </a:r>
          <a:r>
            <a:rPr lang="en-US" dirty="0" err="1"/>
            <a:t>stabilan</a:t>
          </a:r>
          <a:r>
            <a:rPr lang="en-US" dirty="0"/>
            <a:t> rad Wi-Fi </a:t>
          </a:r>
          <a:r>
            <a:rPr lang="en-US" dirty="0" err="1"/>
            <a:t>i</a:t>
          </a:r>
          <a:r>
            <a:rPr lang="en-US" dirty="0"/>
            <a:t> LVGL</a:t>
          </a:r>
          <a:br>
            <a:rPr lang="en-US" dirty="0"/>
          </a:br>
          <a:endParaRPr lang="en-US" dirty="0"/>
        </a:p>
      </dgm:t>
    </dgm:pt>
    <dgm:pt modelId="{0C8E6509-6313-4D9E-998E-7C534FBB3E4B}" type="parTrans" cxnId="{A7697B04-9EBA-4759-823D-E49ABE664F80}">
      <dgm:prSet/>
      <dgm:spPr/>
      <dgm:t>
        <a:bodyPr/>
        <a:lstStyle/>
        <a:p>
          <a:endParaRPr lang="en-US"/>
        </a:p>
      </dgm:t>
    </dgm:pt>
    <dgm:pt modelId="{A58AF535-3295-47F7-B91E-A3663D2FA89A}" type="sibTrans" cxnId="{A7697B04-9EBA-4759-823D-E49ABE664F80}">
      <dgm:prSet/>
      <dgm:spPr/>
      <dgm:t>
        <a:bodyPr/>
        <a:lstStyle/>
        <a:p>
          <a:endParaRPr lang="en-US"/>
        </a:p>
      </dgm:t>
    </dgm:pt>
    <dgm:pt modelId="{AC68BA27-6124-4693-AB59-D95D88404B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Povezivost: Integracija Flutter roditeljske aplikacije za nadzor u realnom vremenu</a:t>
          </a:r>
        </a:p>
      </dgm:t>
    </dgm:pt>
    <dgm:pt modelId="{68B9D144-9EF4-4D00-9ABB-943FDB2D3EFE}" type="parTrans" cxnId="{92636B3C-7294-4824-915F-B1B795E78047}">
      <dgm:prSet/>
      <dgm:spPr/>
      <dgm:t>
        <a:bodyPr/>
        <a:lstStyle/>
        <a:p>
          <a:endParaRPr lang="en-US"/>
        </a:p>
      </dgm:t>
    </dgm:pt>
    <dgm:pt modelId="{E76C5C79-8FAC-4C10-BEFC-CA4D2576FCED}" type="sibTrans" cxnId="{92636B3C-7294-4824-915F-B1B795E78047}">
      <dgm:prSet/>
      <dgm:spPr/>
      <dgm:t>
        <a:bodyPr/>
        <a:lstStyle/>
        <a:p>
          <a:endParaRPr lang="en-US"/>
        </a:p>
      </dgm:t>
    </dgm:pt>
    <dgm:pt modelId="{8BD87CE4-AD27-42EC-9948-D44B67259AB0}" type="pres">
      <dgm:prSet presAssocID="{A0C8704A-A2D1-4A6E-9BB7-40400A0C6200}" presName="root" presStyleCnt="0">
        <dgm:presLayoutVars>
          <dgm:dir/>
          <dgm:resizeHandles val="exact"/>
        </dgm:presLayoutVars>
      </dgm:prSet>
      <dgm:spPr/>
    </dgm:pt>
    <dgm:pt modelId="{2F64F37A-684A-44E8-B3CA-BC2C2BAFEAC7}" type="pres">
      <dgm:prSet presAssocID="{3AFA59FA-5ABE-43AF-8039-284DFB868948}" presName="compNode" presStyleCnt="0"/>
      <dgm:spPr/>
    </dgm:pt>
    <dgm:pt modelId="{826E5DD9-A6C0-4A99-9C3D-574691A24AD5}" type="pres">
      <dgm:prSet presAssocID="{3AFA59FA-5ABE-43AF-8039-284DFB868948}" presName="bgRect" presStyleLbl="bgShp" presStyleIdx="0" presStyleCnt="3"/>
      <dgm:spPr/>
    </dgm:pt>
    <dgm:pt modelId="{0C03A4BD-0654-4E4E-8DCB-A4E78EDD6198}" type="pres">
      <dgm:prSet presAssocID="{3AFA59FA-5ABE-43AF-8039-284DFB86894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59CEE15-63B1-4591-9033-B9B68A797D18}" type="pres">
      <dgm:prSet presAssocID="{3AFA59FA-5ABE-43AF-8039-284DFB868948}" presName="spaceRect" presStyleCnt="0"/>
      <dgm:spPr/>
    </dgm:pt>
    <dgm:pt modelId="{47BC8F61-D4D2-48A4-BE86-2FC4790DE787}" type="pres">
      <dgm:prSet presAssocID="{3AFA59FA-5ABE-43AF-8039-284DFB868948}" presName="parTx" presStyleLbl="revTx" presStyleIdx="0" presStyleCnt="3">
        <dgm:presLayoutVars>
          <dgm:chMax val="0"/>
          <dgm:chPref val="0"/>
        </dgm:presLayoutVars>
      </dgm:prSet>
      <dgm:spPr/>
    </dgm:pt>
    <dgm:pt modelId="{EF901FB4-F13D-47B3-8C68-80A8DFCE3E69}" type="pres">
      <dgm:prSet presAssocID="{5E058CCD-4E09-47AF-9114-F34FB2A60260}" presName="sibTrans" presStyleCnt="0"/>
      <dgm:spPr/>
    </dgm:pt>
    <dgm:pt modelId="{9DDBAA0B-2CFC-4B4C-8966-249C6C529376}" type="pres">
      <dgm:prSet presAssocID="{1B1A7BD1-AD28-422E-BD20-962194AD2793}" presName="compNode" presStyleCnt="0"/>
      <dgm:spPr/>
    </dgm:pt>
    <dgm:pt modelId="{AAE5F4ED-6F4D-4760-BCD9-A5067A90FCD6}" type="pres">
      <dgm:prSet presAssocID="{1B1A7BD1-AD28-422E-BD20-962194AD2793}" presName="bgRect" presStyleLbl="bgShp" presStyleIdx="1" presStyleCnt="3"/>
      <dgm:spPr/>
    </dgm:pt>
    <dgm:pt modelId="{D74BCAA2-30F3-4427-BD69-486A942D0D8D}" type="pres">
      <dgm:prSet presAssocID="{1B1A7BD1-AD28-422E-BD20-962194AD279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A157301-F6A3-41AD-A120-A691C5ABF752}" type="pres">
      <dgm:prSet presAssocID="{1B1A7BD1-AD28-422E-BD20-962194AD2793}" presName="spaceRect" presStyleCnt="0"/>
      <dgm:spPr/>
    </dgm:pt>
    <dgm:pt modelId="{E0F9AAC1-26CB-4270-8DB9-E768A61FAD3D}" type="pres">
      <dgm:prSet presAssocID="{1B1A7BD1-AD28-422E-BD20-962194AD2793}" presName="parTx" presStyleLbl="revTx" presStyleIdx="1" presStyleCnt="3">
        <dgm:presLayoutVars>
          <dgm:chMax val="0"/>
          <dgm:chPref val="0"/>
        </dgm:presLayoutVars>
      </dgm:prSet>
      <dgm:spPr/>
    </dgm:pt>
    <dgm:pt modelId="{F05943BA-B456-41B7-B9B1-FA5CA32467A5}" type="pres">
      <dgm:prSet presAssocID="{A58AF535-3295-47F7-B91E-A3663D2FA89A}" presName="sibTrans" presStyleCnt="0"/>
      <dgm:spPr/>
    </dgm:pt>
    <dgm:pt modelId="{D1EEF179-4D0F-461A-8995-51BE77C4A28C}" type="pres">
      <dgm:prSet presAssocID="{AC68BA27-6124-4693-AB59-D95D88404B14}" presName="compNode" presStyleCnt="0"/>
      <dgm:spPr/>
    </dgm:pt>
    <dgm:pt modelId="{C654A44D-0862-4A1D-9839-C90A55F8F73C}" type="pres">
      <dgm:prSet presAssocID="{AC68BA27-6124-4693-AB59-D95D88404B14}" presName="bgRect" presStyleLbl="bgShp" presStyleIdx="2" presStyleCnt="3"/>
      <dgm:spPr/>
    </dgm:pt>
    <dgm:pt modelId="{138ED311-BBAC-43E5-A5EA-4FB9374B23A2}" type="pres">
      <dgm:prSet presAssocID="{AC68BA27-6124-4693-AB59-D95D88404B1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E9365C7A-FBD1-461E-B76E-267F733ABC83}" type="pres">
      <dgm:prSet presAssocID="{AC68BA27-6124-4693-AB59-D95D88404B14}" presName="spaceRect" presStyleCnt="0"/>
      <dgm:spPr/>
    </dgm:pt>
    <dgm:pt modelId="{BEF3C4F4-5288-449D-B071-0AAA0AE105AB}" type="pres">
      <dgm:prSet presAssocID="{AC68BA27-6124-4693-AB59-D95D88404B1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7697B04-9EBA-4759-823D-E49ABE664F80}" srcId="{A0C8704A-A2D1-4A6E-9BB7-40400A0C6200}" destId="{1B1A7BD1-AD28-422E-BD20-962194AD2793}" srcOrd="1" destOrd="0" parTransId="{0C8E6509-6313-4D9E-998E-7C534FBB3E4B}" sibTransId="{A58AF535-3295-47F7-B91E-A3663D2FA89A}"/>
    <dgm:cxn modelId="{6FDB7105-46D7-4967-BB5A-26AEB0134A94}" type="presOf" srcId="{1B1A7BD1-AD28-422E-BD20-962194AD2793}" destId="{E0F9AAC1-26CB-4270-8DB9-E768A61FAD3D}" srcOrd="0" destOrd="0" presId="urn:microsoft.com/office/officeart/2018/2/layout/IconVerticalSolidList"/>
    <dgm:cxn modelId="{CE28E32E-FA88-47B0-8F04-05306B8EEC02}" type="presOf" srcId="{A0C8704A-A2D1-4A6E-9BB7-40400A0C6200}" destId="{8BD87CE4-AD27-42EC-9948-D44B67259AB0}" srcOrd="0" destOrd="0" presId="urn:microsoft.com/office/officeart/2018/2/layout/IconVerticalSolidList"/>
    <dgm:cxn modelId="{92636B3C-7294-4824-915F-B1B795E78047}" srcId="{A0C8704A-A2D1-4A6E-9BB7-40400A0C6200}" destId="{AC68BA27-6124-4693-AB59-D95D88404B14}" srcOrd="2" destOrd="0" parTransId="{68B9D144-9EF4-4D00-9ABB-943FDB2D3EFE}" sibTransId="{E76C5C79-8FAC-4C10-BEFC-CA4D2576FCED}"/>
    <dgm:cxn modelId="{D04B4C64-2EE6-4B93-BE61-F3EEFC60213E}" type="presOf" srcId="{AC68BA27-6124-4693-AB59-D95D88404B14}" destId="{BEF3C4F4-5288-449D-B071-0AAA0AE105AB}" srcOrd="0" destOrd="0" presId="urn:microsoft.com/office/officeart/2018/2/layout/IconVerticalSolidList"/>
    <dgm:cxn modelId="{4449159E-15D9-495B-AFAC-D5F63B4A07B4}" srcId="{A0C8704A-A2D1-4A6E-9BB7-40400A0C6200}" destId="{3AFA59FA-5ABE-43AF-8039-284DFB868948}" srcOrd="0" destOrd="0" parTransId="{827A8507-B4F1-4275-9E22-227BB22407CB}" sibTransId="{5E058CCD-4E09-47AF-9114-F34FB2A60260}"/>
    <dgm:cxn modelId="{F0B963EB-6377-4A06-9BF4-FEEF3A53CCB2}" type="presOf" srcId="{3AFA59FA-5ABE-43AF-8039-284DFB868948}" destId="{47BC8F61-D4D2-48A4-BE86-2FC4790DE787}" srcOrd="0" destOrd="0" presId="urn:microsoft.com/office/officeart/2018/2/layout/IconVerticalSolidList"/>
    <dgm:cxn modelId="{FB06A336-629D-46B6-B829-1C128C6811F9}" type="presParOf" srcId="{8BD87CE4-AD27-42EC-9948-D44B67259AB0}" destId="{2F64F37A-684A-44E8-B3CA-BC2C2BAFEAC7}" srcOrd="0" destOrd="0" presId="urn:microsoft.com/office/officeart/2018/2/layout/IconVerticalSolidList"/>
    <dgm:cxn modelId="{271A60A1-1BA7-4AAB-BD33-735E735BC082}" type="presParOf" srcId="{2F64F37A-684A-44E8-B3CA-BC2C2BAFEAC7}" destId="{826E5DD9-A6C0-4A99-9C3D-574691A24AD5}" srcOrd="0" destOrd="0" presId="urn:microsoft.com/office/officeart/2018/2/layout/IconVerticalSolidList"/>
    <dgm:cxn modelId="{BA23581A-C866-4F27-B728-E0D4E386DFF6}" type="presParOf" srcId="{2F64F37A-684A-44E8-B3CA-BC2C2BAFEAC7}" destId="{0C03A4BD-0654-4E4E-8DCB-A4E78EDD6198}" srcOrd="1" destOrd="0" presId="urn:microsoft.com/office/officeart/2018/2/layout/IconVerticalSolidList"/>
    <dgm:cxn modelId="{6F3F051B-EA03-4A19-9292-614290F0FEF5}" type="presParOf" srcId="{2F64F37A-684A-44E8-B3CA-BC2C2BAFEAC7}" destId="{C59CEE15-63B1-4591-9033-B9B68A797D18}" srcOrd="2" destOrd="0" presId="urn:microsoft.com/office/officeart/2018/2/layout/IconVerticalSolidList"/>
    <dgm:cxn modelId="{345CDB44-E129-43F2-B86A-6B9230F58BEF}" type="presParOf" srcId="{2F64F37A-684A-44E8-B3CA-BC2C2BAFEAC7}" destId="{47BC8F61-D4D2-48A4-BE86-2FC4790DE787}" srcOrd="3" destOrd="0" presId="urn:microsoft.com/office/officeart/2018/2/layout/IconVerticalSolidList"/>
    <dgm:cxn modelId="{79B7C969-881C-4646-9135-AB26A23533AF}" type="presParOf" srcId="{8BD87CE4-AD27-42EC-9948-D44B67259AB0}" destId="{EF901FB4-F13D-47B3-8C68-80A8DFCE3E69}" srcOrd="1" destOrd="0" presId="urn:microsoft.com/office/officeart/2018/2/layout/IconVerticalSolidList"/>
    <dgm:cxn modelId="{39364D7C-60E9-4A46-9410-BD3293483568}" type="presParOf" srcId="{8BD87CE4-AD27-42EC-9948-D44B67259AB0}" destId="{9DDBAA0B-2CFC-4B4C-8966-249C6C529376}" srcOrd="2" destOrd="0" presId="urn:microsoft.com/office/officeart/2018/2/layout/IconVerticalSolidList"/>
    <dgm:cxn modelId="{11C161AF-4028-459B-9863-33DA06BA1300}" type="presParOf" srcId="{9DDBAA0B-2CFC-4B4C-8966-249C6C529376}" destId="{AAE5F4ED-6F4D-4760-BCD9-A5067A90FCD6}" srcOrd="0" destOrd="0" presId="urn:microsoft.com/office/officeart/2018/2/layout/IconVerticalSolidList"/>
    <dgm:cxn modelId="{D7F2C0D9-FC0F-43A9-9E34-BEA4EE51DF73}" type="presParOf" srcId="{9DDBAA0B-2CFC-4B4C-8966-249C6C529376}" destId="{D74BCAA2-30F3-4427-BD69-486A942D0D8D}" srcOrd="1" destOrd="0" presId="urn:microsoft.com/office/officeart/2018/2/layout/IconVerticalSolidList"/>
    <dgm:cxn modelId="{E955EA07-1F01-481E-9DD1-93C787C96569}" type="presParOf" srcId="{9DDBAA0B-2CFC-4B4C-8966-249C6C529376}" destId="{7A157301-F6A3-41AD-A120-A691C5ABF752}" srcOrd="2" destOrd="0" presId="urn:microsoft.com/office/officeart/2018/2/layout/IconVerticalSolidList"/>
    <dgm:cxn modelId="{265480B4-9C7A-4EAA-A994-34D69D759913}" type="presParOf" srcId="{9DDBAA0B-2CFC-4B4C-8966-249C6C529376}" destId="{E0F9AAC1-26CB-4270-8DB9-E768A61FAD3D}" srcOrd="3" destOrd="0" presId="urn:microsoft.com/office/officeart/2018/2/layout/IconVerticalSolidList"/>
    <dgm:cxn modelId="{4BDB19BA-1985-4AFA-8A29-9D7C7FAD44C4}" type="presParOf" srcId="{8BD87CE4-AD27-42EC-9948-D44B67259AB0}" destId="{F05943BA-B456-41B7-B9B1-FA5CA32467A5}" srcOrd="3" destOrd="0" presId="urn:microsoft.com/office/officeart/2018/2/layout/IconVerticalSolidList"/>
    <dgm:cxn modelId="{41B6F42C-C16A-43F0-BA92-EF8010377481}" type="presParOf" srcId="{8BD87CE4-AD27-42EC-9948-D44B67259AB0}" destId="{D1EEF179-4D0F-461A-8995-51BE77C4A28C}" srcOrd="4" destOrd="0" presId="urn:microsoft.com/office/officeart/2018/2/layout/IconVerticalSolidList"/>
    <dgm:cxn modelId="{2D704BBC-B05F-4555-9CDC-6E66E18A65E2}" type="presParOf" srcId="{D1EEF179-4D0F-461A-8995-51BE77C4A28C}" destId="{C654A44D-0862-4A1D-9839-C90A55F8F73C}" srcOrd="0" destOrd="0" presId="urn:microsoft.com/office/officeart/2018/2/layout/IconVerticalSolidList"/>
    <dgm:cxn modelId="{3355A907-5F53-4ED0-8F7A-7840ACB1BDDE}" type="presParOf" srcId="{D1EEF179-4D0F-461A-8995-51BE77C4A28C}" destId="{138ED311-BBAC-43E5-A5EA-4FB9374B23A2}" srcOrd="1" destOrd="0" presId="urn:microsoft.com/office/officeart/2018/2/layout/IconVerticalSolidList"/>
    <dgm:cxn modelId="{338338B4-AE44-4998-95DD-BF4E7A0EBC63}" type="presParOf" srcId="{D1EEF179-4D0F-461A-8995-51BE77C4A28C}" destId="{E9365C7A-FBD1-461E-B76E-267F733ABC83}" srcOrd="2" destOrd="0" presId="urn:microsoft.com/office/officeart/2018/2/layout/IconVerticalSolidList"/>
    <dgm:cxn modelId="{776C72CE-DD23-4ABE-A25B-97D1CD05788B}" type="presParOf" srcId="{D1EEF179-4D0F-461A-8995-51BE77C4A28C}" destId="{BEF3C4F4-5288-449D-B071-0AAA0AE105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A5409-741D-F244-ADFD-BED712870ACC}">
      <dsp:nvSpPr>
        <dsp:cNvPr id="0" name=""/>
        <dsp:cNvSpPr/>
      </dsp:nvSpPr>
      <dsp:spPr>
        <a:xfrm>
          <a:off x="0" y="468368"/>
          <a:ext cx="5217173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Problem: Izloženost djece nesigurnom internetu i kompleksnim sučeljima mobitela</a:t>
          </a:r>
          <a:br>
            <a:rPr lang="en-US" sz="2000" kern="1200"/>
          </a:br>
          <a:endParaRPr lang="en-US" sz="2000" kern="1200"/>
        </a:p>
      </dsp:txBody>
      <dsp:txXfrm>
        <a:off x="53688" y="522056"/>
        <a:ext cx="5109797" cy="992424"/>
      </dsp:txXfrm>
    </dsp:sp>
    <dsp:sp modelId="{027DB940-E0A4-1749-9227-EB93133B1041}">
      <dsp:nvSpPr>
        <dsp:cNvPr id="0" name=""/>
        <dsp:cNvSpPr/>
      </dsp:nvSpPr>
      <dsp:spPr>
        <a:xfrm>
          <a:off x="0" y="1625769"/>
          <a:ext cx="5217173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Vizija: Napredno mikroračunalo kao sigurna, edukativna i zabavna alternativa</a:t>
          </a:r>
          <a:br>
            <a:rPr lang="en-US" sz="2000" kern="1200"/>
          </a:br>
          <a:endParaRPr lang="en-US" sz="2000" kern="1200"/>
        </a:p>
      </dsp:txBody>
      <dsp:txXfrm>
        <a:off x="53688" y="1679457"/>
        <a:ext cx="5109797" cy="992424"/>
      </dsp:txXfrm>
    </dsp:sp>
    <dsp:sp modelId="{BE072B1B-9734-B949-A4C1-A976FE135E61}">
      <dsp:nvSpPr>
        <dsp:cNvPr id="0" name=""/>
        <dsp:cNvSpPr/>
      </dsp:nvSpPr>
      <dsp:spPr>
        <a:xfrm>
          <a:off x="0" y="2783169"/>
          <a:ext cx="5217173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Cilj: Razvoj motorike, kognitivnih vještina i kreativnog izražavanja</a:t>
          </a:r>
        </a:p>
      </dsp:txBody>
      <dsp:txXfrm>
        <a:off x="53688" y="2836857"/>
        <a:ext cx="5109797" cy="992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3501E-1B07-0E4F-B7C1-8CDE3009965F}">
      <dsp:nvSpPr>
        <dsp:cNvPr id="0" name=""/>
        <dsp:cNvSpPr/>
      </dsp:nvSpPr>
      <dsp:spPr>
        <a:xfrm>
          <a:off x="0" y="101492"/>
          <a:ext cx="5217173" cy="13463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 dirty="0"/>
            <a:t>Srce sustava: ESP32-S3 Dual-Core procesor</a:t>
          </a:r>
          <a:br>
            <a:rPr lang="hr-HR" sz="1900" kern="1200" dirty="0"/>
          </a:br>
          <a:endParaRPr lang="hr-HR" sz="1900" kern="1200" dirty="0"/>
        </a:p>
      </dsp:txBody>
      <dsp:txXfrm>
        <a:off x="65721" y="167213"/>
        <a:ext cx="5085731" cy="1214862"/>
      </dsp:txXfrm>
    </dsp:sp>
    <dsp:sp modelId="{0B789C74-C5CF-F646-95CC-03D9CC5F460E}">
      <dsp:nvSpPr>
        <dsp:cNvPr id="0" name=""/>
        <dsp:cNvSpPr/>
      </dsp:nvSpPr>
      <dsp:spPr>
        <a:xfrm>
          <a:off x="0" y="1502516"/>
          <a:ext cx="5217173" cy="13463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 dirty="0"/>
            <a:t>Audio: Zvučnik SPKM.28.8.A s MAX98357A pojačalom i potenciometrom za preciznu kontrolu</a:t>
          </a:r>
          <a:br>
            <a:rPr lang="hr-HR" sz="1900" kern="1200" dirty="0"/>
          </a:br>
          <a:endParaRPr lang="hr-HR" sz="1900" kern="1200" dirty="0"/>
        </a:p>
      </dsp:txBody>
      <dsp:txXfrm>
        <a:off x="65721" y="1568237"/>
        <a:ext cx="5085731" cy="1214862"/>
      </dsp:txXfrm>
    </dsp:sp>
    <dsp:sp modelId="{A1AA70CB-2B0C-5741-9D0C-694233002958}">
      <dsp:nvSpPr>
        <dsp:cNvPr id="0" name=""/>
        <dsp:cNvSpPr/>
      </dsp:nvSpPr>
      <dsp:spPr>
        <a:xfrm>
          <a:off x="0" y="2903541"/>
          <a:ext cx="5217173" cy="13463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 dirty="0"/>
            <a:t>Senzorski niz: APDS-9960 (detekcija boje), Kamera ESP32-CAM</a:t>
          </a:r>
        </a:p>
      </dsp:txBody>
      <dsp:txXfrm>
        <a:off x="65721" y="2969262"/>
        <a:ext cx="5085731" cy="1214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43E98-FE4F-604A-9AD8-0F54C0573D65}">
      <dsp:nvSpPr>
        <dsp:cNvPr id="0" name=""/>
        <dsp:cNvSpPr/>
      </dsp:nvSpPr>
      <dsp:spPr>
        <a:xfrm>
          <a:off x="0" y="126909"/>
          <a:ext cx="5217173" cy="131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/>
            <a:t>Povezivanje: Razmjena poruka putem MQTT protokola u realnom vremenu</a:t>
          </a:r>
          <a:br>
            <a:rPr lang="hr-HR" sz="2400" kern="1200" dirty="0"/>
          </a:br>
          <a:endParaRPr lang="hr-HR" sz="2400" kern="1200" dirty="0"/>
        </a:p>
      </dsp:txBody>
      <dsp:txXfrm>
        <a:off x="64425" y="191334"/>
        <a:ext cx="5088323" cy="1190909"/>
      </dsp:txXfrm>
    </dsp:sp>
    <dsp:sp modelId="{E1BFB0B3-F350-A64F-8C95-2229D44871DB}">
      <dsp:nvSpPr>
        <dsp:cNvPr id="0" name=""/>
        <dsp:cNvSpPr/>
      </dsp:nvSpPr>
      <dsp:spPr>
        <a:xfrm>
          <a:off x="0" y="1515789"/>
          <a:ext cx="5217173" cy="131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/>
            <a:t>Prilagođenost: 4 piktogram-poruke za brzu komunikaciju bez potrebe za tipkanjem</a:t>
          </a:r>
        </a:p>
      </dsp:txBody>
      <dsp:txXfrm>
        <a:off x="64425" y="1580214"/>
        <a:ext cx="5088323" cy="1190909"/>
      </dsp:txXfrm>
    </dsp:sp>
    <dsp:sp modelId="{48FE6186-7086-3248-B7A3-4863276C388C}">
      <dsp:nvSpPr>
        <dsp:cNvPr id="0" name=""/>
        <dsp:cNvSpPr/>
      </dsp:nvSpPr>
      <dsp:spPr>
        <a:xfrm>
          <a:off x="0" y="2904669"/>
          <a:ext cx="5217173" cy="131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400" kern="1200" dirty="0"/>
            <a:t>Notifikacije: Povijest 10 poruka i zvučni signali pri primitku odgovora</a:t>
          </a:r>
        </a:p>
      </dsp:txBody>
      <dsp:txXfrm>
        <a:off x="64425" y="2969094"/>
        <a:ext cx="5088323" cy="11909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876DB-E9F4-4ABE-98C3-3DC31400CBE6}">
      <dsp:nvSpPr>
        <dsp:cNvPr id="0" name=""/>
        <dsp:cNvSpPr/>
      </dsp:nvSpPr>
      <dsp:spPr>
        <a:xfrm>
          <a:off x="0" y="531"/>
          <a:ext cx="5217173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27881-71B7-4081-B613-D6B343D3D4E6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BBC0C-EB25-4D14-AA3E-DFBFEAE91886}">
      <dsp:nvSpPr>
        <dsp:cNvPr id="0" name=""/>
        <dsp:cNvSpPr/>
      </dsp:nvSpPr>
      <dsp:spPr>
        <a:xfrm>
          <a:off x="1435590" y="531"/>
          <a:ext cx="378158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kern="1200" dirty="0"/>
            <a:t>Kameleon način rada: APDS-9960 očitava RGB vrijednosti fizičkih predmeta</a:t>
          </a:r>
          <a:br>
            <a:rPr lang="hr-HR" sz="1500" kern="1200" dirty="0"/>
          </a:br>
          <a:endParaRPr lang="hr-HR" sz="1500" kern="1200" dirty="0"/>
        </a:p>
      </dsp:txBody>
      <dsp:txXfrm>
        <a:off x="1435590" y="531"/>
        <a:ext cx="3781582" cy="1242935"/>
      </dsp:txXfrm>
    </dsp:sp>
    <dsp:sp modelId="{407ABF0F-FE2A-46FA-BF9E-F2F572325996}">
      <dsp:nvSpPr>
        <dsp:cNvPr id="0" name=""/>
        <dsp:cNvSpPr/>
      </dsp:nvSpPr>
      <dsp:spPr>
        <a:xfrm>
          <a:off x="0" y="1554201"/>
          <a:ext cx="5217173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D462B-E10F-4B34-8C07-C3EB21AECE59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4F5FB-E59B-43CA-AD1E-DD0AB336855F}">
      <dsp:nvSpPr>
        <dsp:cNvPr id="0" name=""/>
        <dsp:cNvSpPr/>
      </dsp:nvSpPr>
      <dsp:spPr>
        <a:xfrm>
          <a:off x="1435590" y="1554201"/>
          <a:ext cx="378158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kern="1200" dirty="0"/>
            <a:t>Interakcija: Senzor postavlja boju stvarnog svijeta kao boju digitalnog kista</a:t>
          </a:r>
          <a:br>
            <a:rPr lang="hr-HR" sz="1500" kern="1200" dirty="0"/>
          </a:br>
          <a:endParaRPr lang="hr-HR" sz="1500" kern="1200" dirty="0"/>
        </a:p>
      </dsp:txBody>
      <dsp:txXfrm>
        <a:off x="1435590" y="1554201"/>
        <a:ext cx="3781582" cy="1242935"/>
      </dsp:txXfrm>
    </dsp:sp>
    <dsp:sp modelId="{1607802B-19E7-4518-A562-D637B981F6C8}">
      <dsp:nvSpPr>
        <dsp:cNvPr id="0" name=""/>
        <dsp:cNvSpPr/>
      </dsp:nvSpPr>
      <dsp:spPr>
        <a:xfrm>
          <a:off x="0" y="3107870"/>
          <a:ext cx="5217173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3451F6-DB48-45C4-B973-1DACE125E6D7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3D6FE-FC22-4A56-84CB-A5703BB945DE}">
      <dsp:nvSpPr>
        <dsp:cNvPr id="0" name=""/>
        <dsp:cNvSpPr/>
      </dsp:nvSpPr>
      <dsp:spPr>
        <a:xfrm>
          <a:off x="1435590" y="3107870"/>
          <a:ext cx="378158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500" kern="1200" dirty="0"/>
            <a:t>Dual Mode: Integracija MNIST modela za lokalno prepoznavanje rukopisa i brojeva.</a:t>
          </a:r>
        </a:p>
      </dsp:txBody>
      <dsp:txXfrm>
        <a:off x="1435590" y="3107870"/>
        <a:ext cx="3781582" cy="12429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FCE35-FB84-3344-AEC9-52AEA959CEFD}">
      <dsp:nvSpPr>
        <dsp:cNvPr id="0" name=""/>
        <dsp:cNvSpPr/>
      </dsp:nvSpPr>
      <dsp:spPr>
        <a:xfrm>
          <a:off x="0" y="611919"/>
          <a:ext cx="5217173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Tehnologija: HTTP protokol</a:t>
          </a:r>
          <a:br>
            <a:rPr lang="hr-HR" sz="2500" kern="1200"/>
          </a:br>
          <a:endParaRPr lang="en-US" sz="2500" kern="1200"/>
        </a:p>
      </dsp:txBody>
      <dsp:txXfrm>
        <a:off x="48547" y="660466"/>
        <a:ext cx="5120079" cy="897406"/>
      </dsp:txXfrm>
    </dsp:sp>
    <dsp:sp modelId="{8676A52F-01ED-BD43-930D-2B5665A692AC}">
      <dsp:nvSpPr>
        <dsp:cNvPr id="0" name=""/>
        <dsp:cNvSpPr/>
      </dsp:nvSpPr>
      <dsp:spPr>
        <a:xfrm>
          <a:off x="0" y="1678419"/>
          <a:ext cx="5217173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Video: Prikaz slike u realnom vremenu izravno na zaslonu uređaja</a:t>
          </a:r>
          <a:endParaRPr lang="en-US" sz="2500" kern="1200"/>
        </a:p>
      </dsp:txBody>
      <dsp:txXfrm>
        <a:off x="48547" y="1726966"/>
        <a:ext cx="5120079" cy="897406"/>
      </dsp:txXfrm>
    </dsp:sp>
    <dsp:sp modelId="{09944A76-8DF3-1B40-BA86-7CBB18C9F53F}">
      <dsp:nvSpPr>
        <dsp:cNvPr id="0" name=""/>
        <dsp:cNvSpPr/>
      </dsp:nvSpPr>
      <dsp:spPr>
        <a:xfrm>
          <a:off x="0" y="2744919"/>
          <a:ext cx="5217173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Galerija: mogućnost slikanja slika i pohrana</a:t>
          </a:r>
          <a:endParaRPr lang="en-US" sz="2500" kern="1200"/>
        </a:p>
      </dsp:txBody>
      <dsp:txXfrm>
        <a:off x="48547" y="2793466"/>
        <a:ext cx="5120079" cy="8974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AD9C6-D9F8-C345-B43F-0D8947254168}">
      <dsp:nvSpPr>
        <dsp:cNvPr id="0" name=""/>
        <dsp:cNvSpPr/>
      </dsp:nvSpPr>
      <dsp:spPr>
        <a:xfrm>
          <a:off x="0" y="297638"/>
          <a:ext cx="5217173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200" kern="1200" dirty="0"/>
            <a:t>Slušna percepcija: Prepoznavanje zvukova 6 životinja uz pomoć megafona</a:t>
          </a:r>
          <a:br>
            <a:rPr lang="hr-HR" sz="2200" kern="1200" dirty="0"/>
          </a:br>
          <a:endParaRPr lang="en-US" sz="2200" kern="1200" dirty="0"/>
        </a:p>
      </dsp:txBody>
      <dsp:txXfrm>
        <a:off x="59057" y="356695"/>
        <a:ext cx="5099059" cy="1091666"/>
      </dsp:txXfrm>
    </dsp:sp>
    <dsp:sp modelId="{A9D7E640-1253-1246-99AF-BF5BDBCFBB24}">
      <dsp:nvSpPr>
        <dsp:cNvPr id="0" name=""/>
        <dsp:cNvSpPr/>
      </dsp:nvSpPr>
      <dsp:spPr>
        <a:xfrm>
          <a:off x="0" y="1570778"/>
          <a:ext cx="5217173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200" kern="1200" dirty="0"/>
            <a:t>Kviz: Vizualna povratna informacija o točnosti pogađanja</a:t>
          </a:r>
          <a:br>
            <a:rPr lang="hr-HR" sz="2200" kern="1200" dirty="0"/>
          </a:br>
          <a:endParaRPr lang="en-US" sz="2200" kern="1200" dirty="0"/>
        </a:p>
      </dsp:txBody>
      <dsp:txXfrm>
        <a:off x="59057" y="1629835"/>
        <a:ext cx="5099059" cy="1091666"/>
      </dsp:txXfrm>
    </dsp:sp>
    <dsp:sp modelId="{A33F6F2C-4193-5D42-A7E2-E4DBA5F43D6F}">
      <dsp:nvSpPr>
        <dsp:cNvPr id="0" name=""/>
        <dsp:cNvSpPr/>
      </dsp:nvSpPr>
      <dsp:spPr>
        <a:xfrm>
          <a:off x="0" y="2843919"/>
          <a:ext cx="5217173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200" kern="1200" dirty="0"/>
            <a:t>Samostalnost: Alarm za praćenje vremena tijekom učenja ili igranja</a:t>
          </a:r>
          <a:endParaRPr lang="en-US" sz="2200" kern="1200" dirty="0"/>
        </a:p>
      </dsp:txBody>
      <dsp:txXfrm>
        <a:off x="59057" y="2902976"/>
        <a:ext cx="5099059" cy="10916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E5DD9-A6C0-4A99-9C3D-574691A24AD5}">
      <dsp:nvSpPr>
        <dsp:cNvPr id="0" name=""/>
        <dsp:cNvSpPr/>
      </dsp:nvSpPr>
      <dsp:spPr>
        <a:xfrm>
          <a:off x="0" y="531"/>
          <a:ext cx="5217173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03A4BD-0654-4E4E-8DCB-A4E78EDD6198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C8F61-D4D2-48A4-BE86-2FC4790DE787}">
      <dsp:nvSpPr>
        <dsp:cNvPr id="0" name=""/>
        <dsp:cNvSpPr/>
      </dsp:nvSpPr>
      <dsp:spPr>
        <a:xfrm>
          <a:off x="1435590" y="531"/>
          <a:ext cx="378158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Framework: ESP-IDF v5.x s </a:t>
          </a:r>
          <a:r>
            <a:rPr lang="en-US" sz="1900" kern="1200" dirty="0" err="1"/>
            <a:t>FreeRTOS</a:t>
          </a:r>
          <a:r>
            <a:rPr lang="en-US" sz="1900" kern="1200" dirty="0"/>
            <a:t> s </a:t>
          </a:r>
          <a:r>
            <a:rPr lang="en-US" sz="1900" kern="1200" dirty="0" err="1"/>
            <a:t>multitaskingom</a:t>
          </a:r>
          <a:br>
            <a:rPr lang="en-US" sz="1900" kern="1200" dirty="0"/>
          </a:br>
          <a:endParaRPr lang="en-US" sz="1900" kern="1200" dirty="0"/>
        </a:p>
      </dsp:txBody>
      <dsp:txXfrm>
        <a:off x="1435590" y="531"/>
        <a:ext cx="3781582" cy="1242935"/>
      </dsp:txXfrm>
    </dsp:sp>
    <dsp:sp modelId="{AAE5F4ED-6F4D-4760-BCD9-A5067A90FCD6}">
      <dsp:nvSpPr>
        <dsp:cNvPr id="0" name=""/>
        <dsp:cNvSpPr/>
      </dsp:nvSpPr>
      <dsp:spPr>
        <a:xfrm>
          <a:off x="0" y="1554201"/>
          <a:ext cx="5217173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4BCAA2-30F3-4427-BD69-486A942D0D8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9AAC1-26CB-4270-8DB9-E768A61FAD3D}">
      <dsp:nvSpPr>
        <dsp:cNvPr id="0" name=""/>
        <dsp:cNvSpPr/>
      </dsp:nvSpPr>
      <dsp:spPr>
        <a:xfrm>
          <a:off x="1435590" y="1554201"/>
          <a:ext cx="378158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Memorija</a:t>
          </a:r>
          <a:r>
            <a:rPr lang="en-US" sz="1900" kern="1200" dirty="0"/>
            <a:t>: </a:t>
          </a:r>
          <a:r>
            <a:rPr lang="en-US" sz="1900" kern="1200" dirty="0" err="1"/>
            <a:t>Optimizacija</a:t>
          </a:r>
          <a:r>
            <a:rPr lang="en-US" sz="1900" kern="1200" dirty="0"/>
            <a:t> PSRAM-a za </a:t>
          </a:r>
          <a:r>
            <a:rPr lang="en-US" sz="1900" kern="1200" dirty="0" err="1"/>
            <a:t>stabilan</a:t>
          </a:r>
          <a:r>
            <a:rPr lang="en-US" sz="1900" kern="1200" dirty="0"/>
            <a:t> rad Wi-Fi </a:t>
          </a:r>
          <a:r>
            <a:rPr lang="en-US" sz="1900" kern="1200" dirty="0" err="1"/>
            <a:t>i</a:t>
          </a:r>
          <a:r>
            <a:rPr lang="en-US" sz="1900" kern="1200" dirty="0"/>
            <a:t> LVGL</a:t>
          </a:r>
          <a:br>
            <a:rPr lang="en-US" sz="1900" kern="1200" dirty="0"/>
          </a:br>
          <a:endParaRPr lang="en-US" sz="1900" kern="1200" dirty="0"/>
        </a:p>
      </dsp:txBody>
      <dsp:txXfrm>
        <a:off x="1435590" y="1554201"/>
        <a:ext cx="3781582" cy="1242935"/>
      </dsp:txXfrm>
    </dsp:sp>
    <dsp:sp modelId="{C654A44D-0862-4A1D-9839-C90A55F8F73C}">
      <dsp:nvSpPr>
        <dsp:cNvPr id="0" name=""/>
        <dsp:cNvSpPr/>
      </dsp:nvSpPr>
      <dsp:spPr>
        <a:xfrm>
          <a:off x="0" y="3107870"/>
          <a:ext cx="5217173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ED311-BBAC-43E5-A5EA-4FB9374B23A2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3C4F4-5288-449D-B071-0AAA0AE105AB}">
      <dsp:nvSpPr>
        <dsp:cNvPr id="0" name=""/>
        <dsp:cNvSpPr/>
      </dsp:nvSpPr>
      <dsp:spPr>
        <a:xfrm>
          <a:off x="1435590" y="3107870"/>
          <a:ext cx="3781582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Povezivost: Integracija Flutter roditeljske aplikacije za nadzor u realnom vremenu</a:t>
          </a:r>
        </a:p>
      </dsp:txBody>
      <dsp:txXfrm>
        <a:off x="1435590" y="3107870"/>
        <a:ext cx="3781582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2758-0E12-839A-B9A7-29F267AA8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F8851-2737-D9A5-BF29-87B5988D8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FCADD-7103-11E2-375D-3116116E1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0B035-34AB-028C-B3AD-409BF724F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5CC4D-92BC-57AC-603B-0E2CE1F5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7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8C75-7CDA-08D8-05F0-A3CD5BE1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07D44-1A75-36D3-C834-7C235AD09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4EC07-19F2-2037-D7FA-1E2802AC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5B1C9-87C1-1805-95A2-09DE2819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1250D-D12E-960E-0749-757869D3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3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1DE95-64AF-D37A-F124-49C016334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12330-BB17-3527-AD10-1D756DA1F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2174A-7243-79FC-38BF-D600FC91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0FB4C-AAB1-9228-946E-61695D59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A9C4E-9617-2839-C196-BF23562D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9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DF36-A7C8-8E05-9755-CDD7C50F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EB73-EA8A-9D69-C205-6D16E2E97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D23CB-8A57-15F3-2512-F5716597F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6CB70-1C7E-011F-68AD-16E465CE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82951-753A-94ED-541A-87E8AD5D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6A9F7-175A-FD0D-8272-3F0952BE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3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6D55-1C77-3916-A5DB-32FDC65C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6E707-A10A-DFD9-F336-2FBC2E635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F10AD-2AF5-C454-CD3A-2D2297599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59594-AD2D-7ECA-E55C-8CAB97E18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B34E1-8E1D-5828-6A08-1E8ADD608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A77101-AF1E-6F21-174D-FE179F47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C8E0FE-3FD0-328D-3C74-BEA8743A9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690F2-0728-0F17-80BC-7CF6F56B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4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794F-8B70-1748-F286-84272557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79353-D318-C74D-1BBE-8314C323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FB0EB-369B-3FC3-C1C3-C1E95237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05D3C-A060-9916-4DB5-E22A2183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5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6BC5BF-7BF1-6F41-E1C8-55649D2F1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8AB49-F8F2-89B7-BC7F-E4326A2FB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98151-30C1-15F2-9992-A78C98D5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0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0488-BDE2-E699-34CC-FB6BD280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B5D44-D478-D3C3-96CA-4467948A7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5E510-26C1-866B-CBCD-D961C7283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54723-6BD8-46C6-87ED-E30D6610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78259-6417-0378-52C1-DD70FAA3B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0FD25-7A6A-D2E3-27F6-6B274E75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4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2429-0924-25A9-1818-B47BBED86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A40B3-2454-8AC2-93A2-D5689E0D6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66EE2-9AC4-5BB6-E2C8-D34065DC1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ED793-858F-EE14-9AA9-24B40E2F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F82A6-FA05-0969-C2FD-E3FF4C70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292E3-C823-5A17-2D96-F2305F21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4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78C6-9511-1C01-25B2-F8CCED8D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2A339-90B9-639D-E5CF-0670651C7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9CC44-8F33-9A00-9CE1-C1E8D44E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CE15F-F5F4-57DA-9257-6A819B4F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A5A72-01E4-4903-0EE2-B7465453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D73700-ACB0-AF64-2BB2-FACBB5B9C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CE491-76AA-E967-3CDB-F962C6010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D60CF-1F5A-754E-5222-8DB3D05A7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0E4E-B9F8-6B43-5FDF-C035E14E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3F322-A4D2-CC74-B3F7-48923CB0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35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6A77E-21D3-E56A-2454-0039AB3F6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C0C0C-ECAA-FAD1-51AC-57BB3143E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CD98-469D-BB4F-36B4-87C39E308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BF812-A9B8-93CA-A588-50456B9F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71203-FE36-74FE-E0F2-5E4B67A8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5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9AD858-8C0C-7F50-DA3C-8A5C548D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08463-A699-AD8D-C704-A8E9AE45C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6738-8E88-512D-C957-5ED107353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A5C3D-3717-2444-AA4D-BE7EDC495F5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45D3E-BCE7-E5D0-D200-B745FA8B0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71553-0A63-A8F1-FD5A-170C2E606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EB589-5400-8245-9705-8A7F4EC49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1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201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FE42B-546A-B731-48E8-C3827844B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NIMBUS 3000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2CEB0-B291-7F04-7A29-0538E8F4F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Revolucija u dječjoj tehnologiji: Sigurnost, AI i IoT
</a:t>
            </a:r>
          </a:p>
          <a:p>
            <a:r>
              <a:rPr lang="en-US" sz="1700">
                <a:solidFill>
                  <a:schemeClr val="bg1"/>
                </a:solidFill>
              </a:rPr>
              <a:t>Tim: Golgeter</a:t>
            </a:r>
          </a:p>
        </p:txBody>
      </p:sp>
      <p:sp>
        <p:nvSpPr>
          <p:cNvPr id="214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6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1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5" name="Oval 224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7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D9249-2827-ED07-680F-5D344550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 err="1">
                <a:solidFill>
                  <a:schemeClr val="bg1"/>
                </a:solidFill>
              </a:rPr>
              <a:t>Zašto</a:t>
            </a:r>
            <a:r>
              <a:rPr lang="en-US" kern="1200" dirty="0">
                <a:solidFill>
                  <a:schemeClr val="bg1"/>
                </a:solidFill>
              </a:rPr>
              <a:t> Nimbus 3000?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Text Placeholder 2">
            <a:extLst>
              <a:ext uri="{FF2B5EF4-FFF2-40B4-BE49-F238E27FC236}">
                <a16:creationId xmlns:a16="http://schemas.microsoft.com/office/drawing/2014/main" id="{034D7B49-BD8D-3C4C-34D4-9CCF56CDD1B2}"/>
              </a:ext>
            </a:extLst>
          </p:cNvPr>
          <p:cNvGraphicFramePr/>
          <p:nvPr/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010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7BF60-DC8C-6CD7-D36B-5E0F5F2B3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Hardverska snaga Nimbusa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Text Placeholder 2">
            <a:extLst>
              <a:ext uri="{FF2B5EF4-FFF2-40B4-BE49-F238E27FC236}">
                <a16:creationId xmlns:a16="http://schemas.microsoft.com/office/drawing/2014/main" id="{4503D640-F695-1ECA-C0E6-A9AE2E2AB0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6851635"/>
              </p:ext>
            </p:extLst>
          </p:nvPr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486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77E79-142A-2F4F-0624-D69C14D2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Komunikacijski ekosustav: What's Down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Text Placeholder 2">
            <a:extLst>
              <a:ext uri="{FF2B5EF4-FFF2-40B4-BE49-F238E27FC236}">
                <a16:creationId xmlns:a16="http://schemas.microsoft.com/office/drawing/2014/main" id="{45BB8FDB-7452-5932-3CF1-547D6A8467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418387"/>
              </p:ext>
            </p:extLst>
          </p:nvPr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913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0B074-D1F0-A365-1AC4-86552857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Kreativnost: Kameleon Mod &amp; AI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Text Placeholder 2">
            <a:extLst>
              <a:ext uri="{FF2B5EF4-FFF2-40B4-BE49-F238E27FC236}">
                <a16:creationId xmlns:a16="http://schemas.microsoft.com/office/drawing/2014/main" id="{412CAC41-9368-055A-D63F-35EDB8BB94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633240"/>
              </p:ext>
            </p:extLst>
          </p:nvPr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60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E5D5E-3804-C7AB-5664-65095ADCC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hr-HR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Multimedija: Kamera + Galerija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hr-HR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hr-HR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r-HR" dirty="0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r-HR" dirty="0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r-HR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r-HR" dirty="0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r-HR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r-HR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r-HR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r-HR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hr-HR" dirty="0"/>
            </a:p>
          </p:txBody>
        </p:sp>
      </p:grpSp>
      <p:graphicFrame>
        <p:nvGraphicFramePr>
          <p:cNvPr id="35" name="Text Placeholder 2">
            <a:extLst>
              <a:ext uri="{FF2B5EF4-FFF2-40B4-BE49-F238E27FC236}">
                <a16:creationId xmlns:a16="http://schemas.microsoft.com/office/drawing/2014/main" id="{72FDCD51-AE65-408C-60A1-7890DD47F169}"/>
              </a:ext>
            </a:extLst>
          </p:cNvPr>
          <p:cNvGraphicFramePr/>
          <p:nvPr/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428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748B7-65A8-1537-3E47-E19CBAF8B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Učenje</a:t>
            </a: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kroz</a:t>
            </a: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igru</a:t>
            </a: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Alarm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Text Placeholder 2">
            <a:extLst>
              <a:ext uri="{FF2B5EF4-FFF2-40B4-BE49-F238E27FC236}">
                <a16:creationId xmlns:a16="http://schemas.microsoft.com/office/drawing/2014/main" id="{6BF0DE5A-D3A2-81B3-3239-54EC0E39D6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5555632"/>
              </p:ext>
            </p:extLst>
          </p:nvPr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462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55202-DAA1-6DB6-DC87-F4EF08CC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Inženjerski</a:t>
            </a: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izazovi</a:t>
            </a: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rješenja</a:t>
            </a: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5" name="Text Placeholder 2">
            <a:extLst>
              <a:ext uri="{FF2B5EF4-FFF2-40B4-BE49-F238E27FC236}">
                <a16:creationId xmlns:a16="http://schemas.microsoft.com/office/drawing/2014/main" id="{B8057B22-0DB3-D03D-4272-273C57444E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4994571"/>
              </p:ext>
            </p:extLst>
          </p:nvPr>
        </p:nvGraphicFramePr>
        <p:xfrm>
          <a:off x="6234868" y="1130846"/>
          <a:ext cx="521717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066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270</Words>
  <Application>Microsoft Macintosh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NIMBUS 3000</vt:lpstr>
      <vt:lpstr>Zašto Nimbus 3000?</vt:lpstr>
      <vt:lpstr>Hardverska snaga Nimbusa</vt:lpstr>
      <vt:lpstr>Komunikacijski ekosustav: What's Down</vt:lpstr>
      <vt:lpstr>Kreativnost: Kameleon Mod &amp; AI</vt:lpstr>
      <vt:lpstr>Multimedija: Kamera + Galerija</vt:lpstr>
      <vt:lpstr>Učenje kroz igru i Alarm</vt:lpstr>
      <vt:lpstr>Inženjerski izazovi i rješenja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Mia Nazor</dc:creator>
  <cp:lastModifiedBy>Mia Nazor</cp:lastModifiedBy>
  <cp:revision>6</cp:revision>
  <dcterms:created xsi:type="dcterms:W3CDTF">2026-03-29T04:50:13Z</dcterms:created>
  <dcterms:modified xsi:type="dcterms:W3CDTF">2026-03-29T18:53:29Z</dcterms:modified>
</cp:coreProperties>
</file>